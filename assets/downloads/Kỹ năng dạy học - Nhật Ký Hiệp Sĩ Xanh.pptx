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Montserrat Bold" charset="1" panose="00000800000000000000"/>
      <p:regular r:id="rId22"/>
    </p:embeddedFont>
    <p:embeddedFont>
      <p:font typeface="Paytone One" charset="1" panose="00000500000000000000"/>
      <p:regular r:id="rId23"/>
    </p:embeddedFont>
    <p:embeddedFont>
      <p:font typeface="Bungee" charset="1" panose="00000000000000000000"/>
      <p:regular r:id="rId24"/>
    </p:embeddedFont>
    <p:embeddedFont>
      <p:font typeface="Asap" charset="1" panose="020F0504030202060203"/>
      <p:regular r:id="rId25"/>
    </p:embeddedFont>
    <p:embeddedFont>
      <p:font typeface="Asap Bold" charset="1" panose="020F0804030202060203"/>
      <p:regular r:id="rId26"/>
    </p:embeddedFont>
    <p:embeddedFont>
      <p:font typeface="Asap Medium" charset="1" panose="020F0604030202060203"/>
      <p:regular r:id="rId27"/>
    </p:embeddedFont>
    <p:embeddedFont>
      <p:font typeface="Mali Bold" charset="1" panose="00000800000000000000"/>
      <p:regular r:id="rId28"/>
    </p:embeddedFont>
    <p:embeddedFont>
      <p:font typeface="Saira Heavy" charset="1" panose="00000A00000000000000"/>
      <p:regular r:id="rId29"/>
    </p:embeddedFont>
    <p:embeddedFont>
      <p:font typeface="Asap Bold Italics" charset="1" panose="020F08040302020D0203"/>
      <p:regular r:id="rId30"/>
    </p:embeddedFont>
    <p:embeddedFont>
      <p:font typeface="Sanchez" charset="1" panose="02000000000000000000"/>
      <p:regular r:id="rId31"/>
    </p:embeddedFont>
    <p:embeddedFont>
      <p:font typeface="VAG Rounded Next Shine" charset="1" panose="04020805020F02030202"/>
      <p:regular r:id="rId32"/>
    </p:embeddedFont>
    <p:embeddedFont>
      <p:font typeface="Francois One" charset="1" panose="02000503040000020004"/>
      <p:regular r:id="rId33"/>
    </p:embeddedFont>
    <p:embeddedFont>
      <p:font typeface="Muli Bold" charset="1" panose="00000800000000000000"/>
      <p:regular r:id="rId34"/>
    </p:embeddedFont>
    <p:embeddedFont>
      <p:font typeface="Muli Semi-Bold" charset="1" panose="00000700000000000000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jpg" Type="http://schemas.openxmlformats.org/officeDocument/2006/relationships/image"/><Relationship Id="rId11" Target="../media/image10.jpg" Type="http://schemas.openxmlformats.org/officeDocument/2006/relationships/image"/><Relationship Id="rId12" Target="../media/image11.jpg" Type="http://schemas.openxmlformats.org/officeDocument/2006/relationships/image"/><Relationship Id="rId13" Target="../media/image12.jpg" Type="http://schemas.openxmlformats.org/officeDocument/2006/relationships/image"/><Relationship Id="rId14" Target="../media/image13.jpg" Type="http://schemas.openxmlformats.org/officeDocument/2006/relationships/image"/><Relationship Id="rId15" Target="../media/image14.jpg" Type="http://schemas.openxmlformats.org/officeDocument/2006/relationships/image"/><Relationship Id="rId16" Target="../media/image15.jpg" Type="http://schemas.openxmlformats.org/officeDocument/2006/relationships/image"/><Relationship Id="rId17" Target="../media/image16.jpg" Type="http://schemas.openxmlformats.org/officeDocument/2006/relationships/image"/><Relationship Id="rId18" Target="../media/image17.jpg" Type="http://schemas.openxmlformats.org/officeDocument/2006/relationships/image"/><Relationship Id="rId19" Target="../media/image18.svg" Type="http://schemas.openxmlformats.org/officeDocument/2006/relationships/image"/><Relationship Id="rId2" Target="../media/image1.jpg" Type="http://schemas.openxmlformats.org/officeDocument/2006/relationships/image"/><Relationship Id="rId20" Target="../media/image19.jpg" Type="http://schemas.openxmlformats.org/officeDocument/2006/relationships/image"/><Relationship Id="rId21" Target="../media/image20.svg" Type="http://schemas.openxmlformats.org/officeDocument/2006/relationships/image"/><Relationship Id="rId3" Target="../media/image2.jpg" Type="http://schemas.openxmlformats.org/officeDocument/2006/relationships/image"/><Relationship Id="rId4" Target="../media/image3.jpg" Type="http://schemas.openxmlformats.org/officeDocument/2006/relationships/image"/><Relationship Id="rId5" Target="../media/image4.jpg" Type="http://schemas.openxmlformats.org/officeDocument/2006/relationships/image"/><Relationship Id="rId6" Target="../media/image5.jpg" Type="http://schemas.openxmlformats.org/officeDocument/2006/relationships/image"/><Relationship Id="rId7" Target="../media/image6.jpg" Type="http://schemas.openxmlformats.org/officeDocument/2006/relationships/image"/><Relationship Id="rId8" Target="../media/image7.jpg" Type="http://schemas.openxmlformats.org/officeDocument/2006/relationships/image"/><Relationship Id="rId9" Target="../media/image8.jp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jpg" Type="http://schemas.openxmlformats.org/officeDocument/2006/relationships/image"/><Relationship Id="rId11" Target="../media/image30.jpg" Type="http://schemas.openxmlformats.org/officeDocument/2006/relationships/image"/><Relationship Id="rId12" Target="../media/image31.jpg" Type="http://schemas.openxmlformats.org/officeDocument/2006/relationships/image"/><Relationship Id="rId13" Target="../media/image32.jpg" Type="http://schemas.openxmlformats.org/officeDocument/2006/relationships/image"/><Relationship Id="rId14" Target="../media/image33.jpg" Type="http://schemas.openxmlformats.org/officeDocument/2006/relationships/image"/><Relationship Id="rId15" Target="../media/image34.jpg" Type="http://schemas.openxmlformats.org/officeDocument/2006/relationships/image"/><Relationship Id="rId16" Target="../media/image35.jpg" Type="http://schemas.openxmlformats.org/officeDocument/2006/relationships/image"/><Relationship Id="rId17" Target="../media/image36.jpg" Type="http://schemas.openxmlformats.org/officeDocument/2006/relationships/image"/><Relationship Id="rId18" Target="../media/image37.jpg" Type="http://schemas.openxmlformats.org/officeDocument/2006/relationships/image"/><Relationship Id="rId19" Target="../media/image38.jpg" Type="http://schemas.openxmlformats.org/officeDocument/2006/relationships/image"/><Relationship Id="rId2" Target="../media/image21.jpg" Type="http://schemas.openxmlformats.org/officeDocument/2006/relationships/image"/><Relationship Id="rId20" Target="../media/image39.jpg" Type="http://schemas.openxmlformats.org/officeDocument/2006/relationships/image"/><Relationship Id="rId21" Target="../media/image40.jpg" Type="http://schemas.openxmlformats.org/officeDocument/2006/relationships/image"/><Relationship Id="rId22" Target="../media/image41.jpg" Type="http://schemas.openxmlformats.org/officeDocument/2006/relationships/image"/><Relationship Id="rId23" Target="../media/image42.jpg" Type="http://schemas.openxmlformats.org/officeDocument/2006/relationships/image"/><Relationship Id="rId24" Target="../media/image43.jpg" Type="http://schemas.openxmlformats.org/officeDocument/2006/relationships/image"/><Relationship Id="rId25" Target="../media/image44.jpg" Type="http://schemas.openxmlformats.org/officeDocument/2006/relationships/image"/><Relationship Id="rId26" Target="../media/image45.jpg" Type="http://schemas.openxmlformats.org/officeDocument/2006/relationships/image"/><Relationship Id="rId3" Target="../media/image22.jpg" Type="http://schemas.openxmlformats.org/officeDocument/2006/relationships/image"/><Relationship Id="rId4" Target="../media/image23.jpg" Type="http://schemas.openxmlformats.org/officeDocument/2006/relationships/image"/><Relationship Id="rId5" Target="../media/image24.jpg" Type="http://schemas.openxmlformats.org/officeDocument/2006/relationships/image"/><Relationship Id="rId6" Target="../media/image25.jpg" Type="http://schemas.openxmlformats.org/officeDocument/2006/relationships/image"/><Relationship Id="rId7" Target="../media/image26.jpg" Type="http://schemas.openxmlformats.org/officeDocument/2006/relationships/image"/><Relationship Id="rId8" Target="../media/image27.jpg" Type="http://schemas.openxmlformats.org/officeDocument/2006/relationships/image"/><Relationship Id="rId9" Target="../media/image28.jp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4.jpg" Type="http://schemas.openxmlformats.org/officeDocument/2006/relationships/image"/><Relationship Id="rId11" Target="../media/image55.svg" Type="http://schemas.openxmlformats.org/officeDocument/2006/relationships/image"/><Relationship Id="rId2" Target="../media/image46.jpg" Type="http://schemas.openxmlformats.org/officeDocument/2006/relationships/image"/><Relationship Id="rId3" Target="../media/image47.jpg" Type="http://schemas.openxmlformats.org/officeDocument/2006/relationships/image"/><Relationship Id="rId4" Target="../media/image48.jpg" Type="http://schemas.openxmlformats.org/officeDocument/2006/relationships/image"/><Relationship Id="rId5" Target="../media/image49.jpg" Type="http://schemas.openxmlformats.org/officeDocument/2006/relationships/image"/><Relationship Id="rId6" Target="../media/image50.jpg" Type="http://schemas.openxmlformats.org/officeDocument/2006/relationships/image"/><Relationship Id="rId7" Target="../media/image51.jpg" Type="http://schemas.openxmlformats.org/officeDocument/2006/relationships/image"/><Relationship Id="rId8" Target="../media/image52.jpg" Type="http://schemas.openxmlformats.org/officeDocument/2006/relationships/image"/><Relationship Id="rId9" Target="../media/image53.jp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1.jpg" Type="http://schemas.openxmlformats.org/officeDocument/2006/relationships/image"/><Relationship Id="rId11" Target="../media/image59.jpg" Type="http://schemas.openxmlformats.org/officeDocument/2006/relationships/image"/><Relationship Id="rId12" Target="../media/image60.jpg" Type="http://schemas.openxmlformats.org/officeDocument/2006/relationships/image"/><Relationship Id="rId13" Target="../media/image61.jpg" Type="http://schemas.openxmlformats.org/officeDocument/2006/relationships/image"/><Relationship Id="rId14" Target="../media/image62.jpg" Type="http://schemas.openxmlformats.org/officeDocument/2006/relationships/image"/><Relationship Id="rId15" Target="../media/image63.jpg" Type="http://schemas.openxmlformats.org/officeDocument/2006/relationships/image"/><Relationship Id="rId16" Target="../media/image64.jpg" Type="http://schemas.openxmlformats.org/officeDocument/2006/relationships/image"/><Relationship Id="rId17" Target="../media/image65.jpg" Type="http://schemas.openxmlformats.org/officeDocument/2006/relationships/image"/><Relationship Id="rId18" Target="../media/image52.jpg" Type="http://schemas.openxmlformats.org/officeDocument/2006/relationships/image"/><Relationship Id="rId19" Target="../media/image53.jpg" Type="http://schemas.openxmlformats.org/officeDocument/2006/relationships/image"/><Relationship Id="rId2" Target="../media/image46.jpg" Type="http://schemas.openxmlformats.org/officeDocument/2006/relationships/image"/><Relationship Id="rId20" Target="../media/image66.jpg" Type="http://schemas.openxmlformats.org/officeDocument/2006/relationships/image"/><Relationship Id="rId21" Target="../media/image67.jpg" Type="http://schemas.openxmlformats.org/officeDocument/2006/relationships/image"/><Relationship Id="rId22" Target="../media/image68.jpg" Type="http://schemas.openxmlformats.org/officeDocument/2006/relationships/image"/><Relationship Id="rId3" Target="../media/image47.jpg" Type="http://schemas.openxmlformats.org/officeDocument/2006/relationships/image"/><Relationship Id="rId4" Target="../media/image56.jpg" Type="http://schemas.openxmlformats.org/officeDocument/2006/relationships/image"/><Relationship Id="rId5" Target="../media/image57.jpg" Type="http://schemas.openxmlformats.org/officeDocument/2006/relationships/image"/><Relationship Id="rId6" Target="../media/image58.jpg" Type="http://schemas.openxmlformats.org/officeDocument/2006/relationships/image"/><Relationship Id="rId7" Target="../media/image48.jpg" Type="http://schemas.openxmlformats.org/officeDocument/2006/relationships/image"/><Relationship Id="rId8" Target="../media/image49.jpg" Type="http://schemas.openxmlformats.org/officeDocument/2006/relationships/image"/><Relationship Id="rId9" Target="../media/image50.jp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7.jpg" Type="http://schemas.openxmlformats.org/officeDocument/2006/relationships/image"/><Relationship Id="rId11" Target="../media/image78.jpg" Type="http://schemas.openxmlformats.org/officeDocument/2006/relationships/image"/><Relationship Id="rId12" Target="../media/image79.jpg" Type="http://schemas.openxmlformats.org/officeDocument/2006/relationships/image"/><Relationship Id="rId13" Target="../media/image80.jpg" Type="http://schemas.openxmlformats.org/officeDocument/2006/relationships/image"/><Relationship Id="rId14" Target="../media/image81.jpg" Type="http://schemas.openxmlformats.org/officeDocument/2006/relationships/image"/><Relationship Id="rId15" Target="../media/image82.jpg" Type="http://schemas.openxmlformats.org/officeDocument/2006/relationships/image"/><Relationship Id="rId16" Target="../media/image83.jpg" Type="http://schemas.openxmlformats.org/officeDocument/2006/relationships/image"/><Relationship Id="rId17" Target="../media/image84.jpg" Type="http://schemas.openxmlformats.org/officeDocument/2006/relationships/image"/><Relationship Id="rId18" Target="../media/image85.jpg" Type="http://schemas.openxmlformats.org/officeDocument/2006/relationships/image"/><Relationship Id="rId19" Target="../media/image86.jpg" Type="http://schemas.openxmlformats.org/officeDocument/2006/relationships/image"/><Relationship Id="rId2" Target="../media/image69.jpg" Type="http://schemas.openxmlformats.org/officeDocument/2006/relationships/image"/><Relationship Id="rId20" Target="../media/image87.jpg" Type="http://schemas.openxmlformats.org/officeDocument/2006/relationships/image"/><Relationship Id="rId21" Target="../media/image88.jpg" Type="http://schemas.openxmlformats.org/officeDocument/2006/relationships/image"/><Relationship Id="rId22" Target="../media/image89.jpg" Type="http://schemas.openxmlformats.org/officeDocument/2006/relationships/image"/><Relationship Id="rId23" Target="../media/image90.jpg" Type="http://schemas.openxmlformats.org/officeDocument/2006/relationships/image"/><Relationship Id="rId24" Target="../media/image91.jpg" Type="http://schemas.openxmlformats.org/officeDocument/2006/relationships/image"/><Relationship Id="rId25" Target="../media/image92.jpg" Type="http://schemas.openxmlformats.org/officeDocument/2006/relationships/image"/><Relationship Id="rId26" Target="../media/image93.jpg" Type="http://schemas.openxmlformats.org/officeDocument/2006/relationships/image"/><Relationship Id="rId27" Target="../media/image94.jpg" Type="http://schemas.openxmlformats.org/officeDocument/2006/relationships/image"/><Relationship Id="rId3" Target="../media/image70.jpg" Type="http://schemas.openxmlformats.org/officeDocument/2006/relationships/image"/><Relationship Id="rId4" Target="../media/image71.jpg" Type="http://schemas.openxmlformats.org/officeDocument/2006/relationships/image"/><Relationship Id="rId5" Target="../media/image72.jpg" Type="http://schemas.openxmlformats.org/officeDocument/2006/relationships/image"/><Relationship Id="rId6" Target="../media/image73.jpg" Type="http://schemas.openxmlformats.org/officeDocument/2006/relationships/image"/><Relationship Id="rId7" Target="../media/image74.jpg" Type="http://schemas.openxmlformats.org/officeDocument/2006/relationships/image"/><Relationship Id="rId8" Target="../media/image75.jpg" Type="http://schemas.openxmlformats.org/officeDocument/2006/relationships/image"/><Relationship Id="rId9" Target="../media/image76.jp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7.jpg" Type="http://schemas.openxmlformats.org/officeDocument/2006/relationships/image"/><Relationship Id="rId11" Target="../media/image78.jpg" Type="http://schemas.openxmlformats.org/officeDocument/2006/relationships/image"/><Relationship Id="rId12" Target="../media/image79.jpg" Type="http://schemas.openxmlformats.org/officeDocument/2006/relationships/image"/><Relationship Id="rId13" Target="../media/image80.jpg" Type="http://schemas.openxmlformats.org/officeDocument/2006/relationships/image"/><Relationship Id="rId14" Target="../media/image81.jpg" Type="http://schemas.openxmlformats.org/officeDocument/2006/relationships/image"/><Relationship Id="rId15" Target="../media/image96.jpg" Type="http://schemas.openxmlformats.org/officeDocument/2006/relationships/image"/><Relationship Id="rId16" Target="../media/image97.jpg" Type="http://schemas.openxmlformats.org/officeDocument/2006/relationships/image"/><Relationship Id="rId17" Target="../media/image82.jpg" Type="http://schemas.openxmlformats.org/officeDocument/2006/relationships/image"/><Relationship Id="rId18" Target="../media/image83.jpg" Type="http://schemas.openxmlformats.org/officeDocument/2006/relationships/image"/><Relationship Id="rId19" Target="../media/image85.jpg" Type="http://schemas.openxmlformats.org/officeDocument/2006/relationships/image"/><Relationship Id="rId2" Target="../media/image95.jpg" Type="http://schemas.openxmlformats.org/officeDocument/2006/relationships/image"/><Relationship Id="rId20" Target="../media/image84.jpg" Type="http://schemas.openxmlformats.org/officeDocument/2006/relationships/image"/><Relationship Id="rId21" Target="../media/image98.jpg" Type="http://schemas.openxmlformats.org/officeDocument/2006/relationships/image"/><Relationship Id="rId22" Target="../media/image99.jpg" Type="http://schemas.openxmlformats.org/officeDocument/2006/relationships/image"/><Relationship Id="rId23" Target="../media/image86.jpg" Type="http://schemas.openxmlformats.org/officeDocument/2006/relationships/image"/><Relationship Id="rId24" Target="../media/image87.jpg" Type="http://schemas.openxmlformats.org/officeDocument/2006/relationships/image"/><Relationship Id="rId25" Target="../media/image88.jpg" Type="http://schemas.openxmlformats.org/officeDocument/2006/relationships/image"/><Relationship Id="rId26" Target="../media/image89.jpg" Type="http://schemas.openxmlformats.org/officeDocument/2006/relationships/image"/><Relationship Id="rId27" Target="../media/image100.jpg" Type="http://schemas.openxmlformats.org/officeDocument/2006/relationships/image"/><Relationship Id="rId28" Target="../media/image101.jpg" Type="http://schemas.openxmlformats.org/officeDocument/2006/relationships/image"/><Relationship Id="rId29" Target="../media/image90.jpg" Type="http://schemas.openxmlformats.org/officeDocument/2006/relationships/image"/><Relationship Id="rId3" Target="../media/image70.jpg" Type="http://schemas.openxmlformats.org/officeDocument/2006/relationships/image"/><Relationship Id="rId30" Target="../media/image91.jpg" Type="http://schemas.openxmlformats.org/officeDocument/2006/relationships/image"/><Relationship Id="rId31" Target="../media/image92.jpg" Type="http://schemas.openxmlformats.org/officeDocument/2006/relationships/image"/><Relationship Id="rId32" Target="../media/image93.jpg" Type="http://schemas.openxmlformats.org/officeDocument/2006/relationships/image"/><Relationship Id="rId33" Target="../media/image102.jpg" Type="http://schemas.openxmlformats.org/officeDocument/2006/relationships/image"/><Relationship Id="rId34" Target="../media/image103.jpg" Type="http://schemas.openxmlformats.org/officeDocument/2006/relationships/image"/><Relationship Id="rId35" Target="../media/image94.jpg" Type="http://schemas.openxmlformats.org/officeDocument/2006/relationships/image"/><Relationship Id="rId4" Target="../media/image71.jpg" Type="http://schemas.openxmlformats.org/officeDocument/2006/relationships/image"/><Relationship Id="rId5" Target="../media/image72.jpg" Type="http://schemas.openxmlformats.org/officeDocument/2006/relationships/image"/><Relationship Id="rId6" Target="../media/image73.jpg" Type="http://schemas.openxmlformats.org/officeDocument/2006/relationships/image"/><Relationship Id="rId7" Target="../media/image74.jpg" Type="http://schemas.openxmlformats.org/officeDocument/2006/relationships/image"/><Relationship Id="rId8" Target="../media/image75.jpg" Type="http://schemas.openxmlformats.org/officeDocument/2006/relationships/image"/><Relationship Id="rId9" Target="../media/image76.jp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4.jpg" Type="http://schemas.openxmlformats.org/officeDocument/2006/relationships/image"/><Relationship Id="rId11" Target="../media/image55.svg" Type="http://schemas.openxmlformats.org/officeDocument/2006/relationships/image"/><Relationship Id="rId2" Target="../media/image46.jpg" Type="http://schemas.openxmlformats.org/officeDocument/2006/relationships/image"/><Relationship Id="rId3" Target="../media/image47.jpg" Type="http://schemas.openxmlformats.org/officeDocument/2006/relationships/image"/><Relationship Id="rId4" Target="../media/image48.jpg" Type="http://schemas.openxmlformats.org/officeDocument/2006/relationships/image"/><Relationship Id="rId5" Target="../media/image49.jpg" Type="http://schemas.openxmlformats.org/officeDocument/2006/relationships/image"/><Relationship Id="rId6" Target="../media/image50.jpg" Type="http://schemas.openxmlformats.org/officeDocument/2006/relationships/image"/><Relationship Id="rId7" Target="../media/image51.jpg" Type="http://schemas.openxmlformats.org/officeDocument/2006/relationships/image"/><Relationship Id="rId8" Target="../media/image52.jpg" Type="http://schemas.openxmlformats.org/officeDocument/2006/relationships/image"/><Relationship Id="rId9" Target="../media/image53.jp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2.jpg" Type="http://schemas.openxmlformats.org/officeDocument/2006/relationships/image"/><Relationship Id="rId11" Target="../media/image113.jpg" Type="http://schemas.openxmlformats.org/officeDocument/2006/relationships/image"/><Relationship Id="rId12" Target="../media/image114.svg" Type="http://schemas.openxmlformats.org/officeDocument/2006/relationships/image"/><Relationship Id="rId13" Target="../media/image115.jpg" Type="http://schemas.openxmlformats.org/officeDocument/2006/relationships/image"/><Relationship Id="rId14" Target="../media/image116.jpg" Type="http://schemas.openxmlformats.org/officeDocument/2006/relationships/image"/><Relationship Id="rId15" Target="../media/image117.jpg" Type="http://schemas.openxmlformats.org/officeDocument/2006/relationships/image"/><Relationship Id="rId16" Target="../media/image118.jpg" Type="http://schemas.openxmlformats.org/officeDocument/2006/relationships/image"/><Relationship Id="rId17" Target="../media/image119.jpg" Type="http://schemas.openxmlformats.org/officeDocument/2006/relationships/image"/><Relationship Id="rId18" Target="../media/image120.jpg" Type="http://schemas.openxmlformats.org/officeDocument/2006/relationships/image"/><Relationship Id="rId19" Target="../media/image121.jpg" Type="http://schemas.openxmlformats.org/officeDocument/2006/relationships/image"/><Relationship Id="rId2" Target="../media/image104.jpg" Type="http://schemas.openxmlformats.org/officeDocument/2006/relationships/image"/><Relationship Id="rId20" Target="../media/image122.jpg" Type="http://schemas.openxmlformats.org/officeDocument/2006/relationships/image"/><Relationship Id="rId21" Target="../media/image123.jpg" Type="http://schemas.openxmlformats.org/officeDocument/2006/relationships/image"/><Relationship Id="rId22" Target="../media/image124.jpg" Type="http://schemas.openxmlformats.org/officeDocument/2006/relationships/image"/><Relationship Id="rId23" Target="../media/image125.jpg" Type="http://schemas.openxmlformats.org/officeDocument/2006/relationships/image"/><Relationship Id="rId24" Target="../media/image126.jpg" Type="http://schemas.openxmlformats.org/officeDocument/2006/relationships/image"/><Relationship Id="rId25" Target="../media/image127.jpg" Type="http://schemas.openxmlformats.org/officeDocument/2006/relationships/image"/><Relationship Id="rId26" Target="../media/image128.jpg" Type="http://schemas.openxmlformats.org/officeDocument/2006/relationships/image"/><Relationship Id="rId27" Target="../media/image129.jpg" Type="http://schemas.openxmlformats.org/officeDocument/2006/relationships/image"/><Relationship Id="rId28" Target="../media/image130.jpg" Type="http://schemas.openxmlformats.org/officeDocument/2006/relationships/image"/><Relationship Id="rId29" Target="../media/image131.jpg" Type="http://schemas.openxmlformats.org/officeDocument/2006/relationships/image"/><Relationship Id="rId3" Target="../media/image105.jpg" Type="http://schemas.openxmlformats.org/officeDocument/2006/relationships/image"/><Relationship Id="rId30" Target="../media/image132.jpg" Type="http://schemas.openxmlformats.org/officeDocument/2006/relationships/image"/><Relationship Id="rId31" Target="../media/image133.jpg" Type="http://schemas.openxmlformats.org/officeDocument/2006/relationships/image"/><Relationship Id="rId32" Target="../media/image134.jpg" Type="http://schemas.openxmlformats.org/officeDocument/2006/relationships/image"/><Relationship Id="rId33" Target="../media/image135.jpg" Type="http://schemas.openxmlformats.org/officeDocument/2006/relationships/image"/><Relationship Id="rId34" Target="../media/image136.jpg" Type="http://schemas.openxmlformats.org/officeDocument/2006/relationships/image"/><Relationship Id="rId35" Target="../media/image137.jpg" Type="http://schemas.openxmlformats.org/officeDocument/2006/relationships/image"/><Relationship Id="rId36" Target="../media/image138.jpg" Type="http://schemas.openxmlformats.org/officeDocument/2006/relationships/image"/><Relationship Id="rId4" Target="../media/image106.jpg" Type="http://schemas.openxmlformats.org/officeDocument/2006/relationships/image"/><Relationship Id="rId5" Target="../media/image107.jpg" Type="http://schemas.openxmlformats.org/officeDocument/2006/relationships/image"/><Relationship Id="rId6" Target="../media/image108.jpg" Type="http://schemas.openxmlformats.org/officeDocument/2006/relationships/image"/><Relationship Id="rId7" Target="../media/image109.jpg" Type="http://schemas.openxmlformats.org/officeDocument/2006/relationships/image"/><Relationship Id="rId8" Target="../media/image110.jpg" Type="http://schemas.openxmlformats.org/officeDocument/2006/relationships/image"/><Relationship Id="rId9" Target="../media/image111.jp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6.jpg" Type="http://schemas.openxmlformats.org/officeDocument/2006/relationships/image"/><Relationship Id="rId11" Target="../media/image147.jpg" Type="http://schemas.openxmlformats.org/officeDocument/2006/relationships/image"/><Relationship Id="rId12" Target="../media/image148.jpg" Type="http://schemas.openxmlformats.org/officeDocument/2006/relationships/image"/><Relationship Id="rId13" Target="../media/image149.jpg" Type="http://schemas.openxmlformats.org/officeDocument/2006/relationships/image"/><Relationship Id="rId14" Target="../media/image150.jpg" Type="http://schemas.openxmlformats.org/officeDocument/2006/relationships/image"/><Relationship Id="rId15" Target="../media/image151.jpg" Type="http://schemas.openxmlformats.org/officeDocument/2006/relationships/image"/><Relationship Id="rId16" Target="../media/image152.jpg" Type="http://schemas.openxmlformats.org/officeDocument/2006/relationships/image"/><Relationship Id="rId17" Target="../media/image153.jpg" Type="http://schemas.openxmlformats.org/officeDocument/2006/relationships/image"/><Relationship Id="rId18" Target="../media/image154.jpg" Type="http://schemas.openxmlformats.org/officeDocument/2006/relationships/image"/><Relationship Id="rId19" Target="../media/image155.jpg" Type="http://schemas.openxmlformats.org/officeDocument/2006/relationships/image"/><Relationship Id="rId2" Target="../media/image139.jpg" Type="http://schemas.openxmlformats.org/officeDocument/2006/relationships/image"/><Relationship Id="rId20" Target="../media/image156.jpg" Type="http://schemas.openxmlformats.org/officeDocument/2006/relationships/image"/><Relationship Id="rId21" Target="../media/image157.jpg" Type="http://schemas.openxmlformats.org/officeDocument/2006/relationships/image"/><Relationship Id="rId22" Target="../media/image158.jpg" Type="http://schemas.openxmlformats.org/officeDocument/2006/relationships/image"/><Relationship Id="rId23" Target="../media/image159.jpg" Type="http://schemas.openxmlformats.org/officeDocument/2006/relationships/image"/><Relationship Id="rId24" Target="../media/image160.jpg" Type="http://schemas.openxmlformats.org/officeDocument/2006/relationships/image"/><Relationship Id="rId25" Target="../media/image161.jpg" Type="http://schemas.openxmlformats.org/officeDocument/2006/relationships/image"/><Relationship Id="rId26" Target="../media/image162.jpg" Type="http://schemas.openxmlformats.org/officeDocument/2006/relationships/image"/><Relationship Id="rId27" Target="../media/image163.jpg" Type="http://schemas.openxmlformats.org/officeDocument/2006/relationships/image"/><Relationship Id="rId28" Target="../media/image164.jpg" Type="http://schemas.openxmlformats.org/officeDocument/2006/relationships/image"/><Relationship Id="rId29" Target="../media/image165.jpg" Type="http://schemas.openxmlformats.org/officeDocument/2006/relationships/image"/><Relationship Id="rId3" Target="../media/image105.jpg" Type="http://schemas.openxmlformats.org/officeDocument/2006/relationships/image"/><Relationship Id="rId30" Target="../media/image166.jpg" Type="http://schemas.openxmlformats.org/officeDocument/2006/relationships/image"/><Relationship Id="rId31" Target="../media/image167.jpg" Type="http://schemas.openxmlformats.org/officeDocument/2006/relationships/image"/><Relationship Id="rId32" Target="../media/image168.jpg" Type="http://schemas.openxmlformats.org/officeDocument/2006/relationships/image"/><Relationship Id="rId33" Target="../media/image169.jpg" Type="http://schemas.openxmlformats.org/officeDocument/2006/relationships/image"/><Relationship Id="rId34" Target="../media/image170.jpg" Type="http://schemas.openxmlformats.org/officeDocument/2006/relationships/image"/><Relationship Id="rId35" Target="../media/image171.jpg" Type="http://schemas.openxmlformats.org/officeDocument/2006/relationships/image"/><Relationship Id="rId36" Target="../media/image172.jpg" Type="http://schemas.openxmlformats.org/officeDocument/2006/relationships/image"/><Relationship Id="rId37" Target="../media/image173.jpg" Type="http://schemas.openxmlformats.org/officeDocument/2006/relationships/image"/><Relationship Id="rId38" Target="../media/image174.jpg" Type="http://schemas.openxmlformats.org/officeDocument/2006/relationships/image"/><Relationship Id="rId39" Target="../media/image175.jpg" Type="http://schemas.openxmlformats.org/officeDocument/2006/relationships/image"/><Relationship Id="rId4" Target="../media/image140.jpg" Type="http://schemas.openxmlformats.org/officeDocument/2006/relationships/image"/><Relationship Id="rId40" Target="../media/image176.jpg" Type="http://schemas.openxmlformats.org/officeDocument/2006/relationships/image"/><Relationship Id="rId5" Target="../media/image141.jpg" Type="http://schemas.openxmlformats.org/officeDocument/2006/relationships/image"/><Relationship Id="rId6" Target="../media/image142.jpg" Type="http://schemas.openxmlformats.org/officeDocument/2006/relationships/image"/><Relationship Id="rId7" Target="../media/image143.jpg" Type="http://schemas.openxmlformats.org/officeDocument/2006/relationships/image"/><Relationship Id="rId8" Target="../media/image144.jpg" Type="http://schemas.openxmlformats.org/officeDocument/2006/relationships/image"/><Relationship Id="rId9" Target="../media/image145.jp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4.jpg" Type="http://schemas.openxmlformats.org/officeDocument/2006/relationships/image"/><Relationship Id="rId11" Target="../media/image185.jpg" Type="http://schemas.openxmlformats.org/officeDocument/2006/relationships/image"/><Relationship Id="rId12" Target="../media/image186.jpg" Type="http://schemas.openxmlformats.org/officeDocument/2006/relationships/image"/><Relationship Id="rId13" Target="../media/image187.jpg" Type="http://schemas.openxmlformats.org/officeDocument/2006/relationships/image"/><Relationship Id="rId14" Target="../media/image188.jpg" Type="http://schemas.openxmlformats.org/officeDocument/2006/relationships/image"/><Relationship Id="rId15" Target="../media/image189.jpg" Type="http://schemas.openxmlformats.org/officeDocument/2006/relationships/image"/><Relationship Id="rId16" Target="../media/image190.jpg" Type="http://schemas.openxmlformats.org/officeDocument/2006/relationships/image"/><Relationship Id="rId17" Target="../media/image191.jpg" Type="http://schemas.openxmlformats.org/officeDocument/2006/relationships/image"/><Relationship Id="rId18" Target="../media/image192.jpg" Type="http://schemas.openxmlformats.org/officeDocument/2006/relationships/image"/><Relationship Id="rId19" Target="../media/image193.jpg" Type="http://schemas.openxmlformats.org/officeDocument/2006/relationships/image"/><Relationship Id="rId2" Target="../media/image177.jpg" Type="http://schemas.openxmlformats.org/officeDocument/2006/relationships/image"/><Relationship Id="rId20" Target="../media/image194.jpg" Type="http://schemas.openxmlformats.org/officeDocument/2006/relationships/image"/><Relationship Id="rId21" Target="../media/image195.jpg" Type="http://schemas.openxmlformats.org/officeDocument/2006/relationships/image"/><Relationship Id="rId22" Target="../media/image196.jpg" Type="http://schemas.openxmlformats.org/officeDocument/2006/relationships/image"/><Relationship Id="rId23" Target="../media/image197.jpg" Type="http://schemas.openxmlformats.org/officeDocument/2006/relationships/image"/><Relationship Id="rId24" Target="../media/image198.jpg" Type="http://schemas.openxmlformats.org/officeDocument/2006/relationships/image"/><Relationship Id="rId25" Target="../media/image199.jpg" Type="http://schemas.openxmlformats.org/officeDocument/2006/relationships/image"/><Relationship Id="rId26" Target="../media/image200.jpg" Type="http://schemas.openxmlformats.org/officeDocument/2006/relationships/image"/><Relationship Id="rId27" Target="../media/image201.jpg" Type="http://schemas.openxmlformats.org/officeDocument/2006/relationships/image"/><Relationship Id="rId3" Target="../media/image105.jpg" Type="http://schemas.openxmlformats.org/officeDocument/2006/relationships/image"/><Relationship Id="rId4" Target="../media/image178.jpg" Type="http://schemas.openxmlformats.org/officeDocument/2006/relationships/image"/><Relationship Id="rId5" Target="../media/image179.jpg" Type="http://schemas.openxmlformats.org/officeDocument/2006/relationships/image"/><Relationship Id="rId6" Target="../media/image180.jpg" Type="http://schemas.openxmlformats.org/officeDocument/2006/relationships/image"/><Relationship Id="rId7" Target="../media/image181.jpg" Type="http://schemas.openxmlformats.org/officeDocument/2006/relationships/image"/><Relationship Id="rId8" Target="../media/image182.jpg" Type="http://schemas.openxmlformats.org/officeDocument/2006/relationships/image"/><Relationship Id="rId9" Target="../media/image183.jp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9.jpg" Type="http://schemas.openxmlformats.org/officeDocument/2006/relationships/image"/><Relationship Id="rId11" Target="../media/image210.jpg" Type="http://schemas.openxmlformats.org/officeDocument/2006/relationships/image"/><Relationship Id="rId12" Target="../media/image211.jpg" Type="http://schemas.openxmlformats.org/officeDocument/2006/relationships/image"/><Relationship Id="rId13" Target="../media/image212.jpg" Type="http://schemas.openxmlformats.org/officeDocument/2006/relationships/image"/><Relationship Id="rId14" Target="../media/image213.jpg" Type="http://schemas.openxmlformats.org/officeDocument/2006/relationships/image"/><Relationship Id="rId15" Target="../media/image214.jpg" Type="http://schemas.openxmlformats.org/officeDocument/2006/relationships/image"/><Relationship Id="rId16" Target="../media/image215.jpg" Type="http://schemas.openxmlformats.org/officeDocument/2006/relationships/image"/><Relationship Id="rId17" Target="../media/image216.jpg" Type="http://schemas.openxmlformats.org/officeDocument/2006/relationships/image"/><Relationship Id="rId18" Target="../media/image217.jpg" Type="http://schemas.openxmlformats.org/officeDocument/2006/relationships/image"/><Relationship Id="rId19" Target="../media/image218.jpg" Type="http://schemas.openxmlformats.org/officeDocument/2006/relationships/image"/><Relationship Id="rId2" Target="../media/image105.jpg" Type="http://schemas.openxmlformats.org/officeDocument/2006/relationships/image"/><Relationship Id="rId20" Target="../media/image219.jpg" Type="http://schemas.openxmlformats.org/officeDocument/2006/relationships/image"/><Relationship Id="rId21" Target="../media/image220.jpg" Type="http://schemas.openxmlformats.org/officeDocument/2006/relationships/image"/><Relationship Id="rId22" Target="../media/image221.svg" Type="http://schemas.openxmlformats.org/officeDocument/2006/relationships/image"/><Relationship Id="rId23" Target="../media/image222.jpg" Type="http://schemas.openxmlformats.org/officeDocument/2006/relationships/image"/><Relationship Id="rId24" Target="../media/image223.jpg" Type="http://schemas.openxmlformats.org/officeDocument/2006/relationships/image"/><Relationship Id="rId25" Target="../media/image224.svg" Type="http://schemas.openxmlformats.org/officeDocument/2006/relationships/image"/><Relationship Id="rId26" Target="../media/image225.jpg" Type="http://schemas.openxmlformats.org/officeDocument/2006/relationships/image"/><Relationship Id="rId27" Target="../media/image226.svg" Type="http://schemas.openxmlformats.org/officeDocument/2006/relationships/image"/><Relationship Id="rId28" Target="../media/image227.jpg" Type="http://schemas.openxmlformats.org/officeDocument/2006/relationships/image"/><Relationship Id="rId29" Target="../media/image228.svg" Type="http://schemas.openxmlformats.org/officeDocument/2006/relationships/image"/><Relationship Id="rId3" Target="../media/image202.jpg" Type="http://schemas.openxmlformats.org/officeDocument/2006/relationships/image"/><Relationship Id="rId30" Target="../media/image229.jpg" Type="http://schemas.openxmlformats.org/officeDocument/2006/relationships/image"/><Relationship Id="rId31" Target="../media/image230.svg" Type="http://schemas.openxmlformats.org/officeDocument/2006/relationships/image"/><Relationship Id="rId32" Target="../media/image201.jpg" Type="http://schemas.openxmlformats.org/officeDocument/2006/relationships/image"/><Relationship Id="rId4" Target="../media/image203.jpg" Type="http://schemas.openxmlformats.org/officeDocument/2006/relationships/image"/><Relationship Id="rId5" Target="../media/image204.jpg" Type="http://schemas.openxmlformats.org/officeDocument/2006/relationships/image"/><Relationship Id="rId6" Target="../media/image205.jpg" Type="http://schemas.openxmlformats.org/officeDocument/2006/relationships/image"/><Relationship Id="rId7" Target="../media/image206.jpg" Type="http://schemas.openxmlformats.org/officeDocument/2006/relationships/image"/><Relationship Id="rId8" Target="../media/image207.jpg" Type="http://schemas.openxmlformats.org/officeDocument/2006/relationships/image"/><Relationship Id="rId9" Target="../media/image208.jp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9.jpg" Type="http://schemas.openxmlformats.org/officeDocument/2006/relationships/image"/><Relationship Id="rId11" Target="../media/image240.jpg" Type="http://schemas.openxmlformats.org/officeDocument/2006/relationships/image"/><Relationship Id="rId12" Target="../media/image241.jpg" Type="http://schemas.openxmlformats.org/officeDocument/2006/relationships/image"/><Relationship Id="rId13" Target="../media/image242.jpg" Type="http://schemas.openxmlformats.org/officeDocument/2006/relationships/image"/><Relationship Id="rId14" Target="../media/image243.jpg" Type="http://schemas.openxmlformats.org/officeDocument/2006/relationships/image"/><Relationship Id="rId15" Target="../media/image244.jpg" Type="http://schemas.openxmlformats.org/officeDocument/2006/relationships/image"/><Relationship Id="rId16" Target="../media/image245.jpg" Type="http://schemas.openxmlformats.org/officeDocument/2006/relationships/image"/><Relationship Id="rId17" Target="../media/image246.jpg" Type="http://schemas.openxmlformats.org/officeDocument/2006/relationships/image"/><Relationship Id="rId18" Target="../media/image247.jpg" Type="http://schemas.openxmlformats.org/officeDocument/2006/relationships/image"/><Relationship Id="rId19" Target="../media/image248.jpg" Type="http://schemas.openxmlformats.org/officeDocument/2006/relationships/image"/><Relationship Id="rId2" Target="../media/image231.jpg" Type="http://schemas.openxmlformats.org/officeDocument/2006/relationships/image"/><Relationship Id="rId20" Target="../media/image249.jpg" Type="http://schemas.openxmlformats.org/officeDocument/2006/relationships/image"/><Relationship Id="rId21" Target="../media/image250.jpg" Type="http://schemas.openxmlformats.org/officeDocument/2006/relationships/image"/><Relationship Id="rId22" Target="../media/image251.jpg" Type="http://schemas.openxmlformats.org/officeDocument/2006/relationships/image"/><Relationship Id="rId23" Target="../media/image252.jpg" Type="http://schemas.openxmlformats.org/officeDocument/2006/relationships/image"/><Relationship Id="rId24" Target="../media/image253.jpg" Type="http://schemas.openxmlformats.org/officeDocument/2006/relationships/image"/><Relationship Id="rId25" Target="../media/image254.jpg" Type="http://schemas.openxmlformats.org/officeDocument/2006/relationships/image"/><Relationship Id="rId26" Target="../media/image255.jpg" Type="http://schemas.openxmlformats.org/officeDocument/2006/relationships/image"/><Relationship Id="rId27" Target="../media/image256.jpg" Type="http://schemas.openxmlformats.org/officeDocument/2006/relationships/image"/><Relationship Id="rId28" Target="../media/image257.jpg" Type="http://schemas.openxmlformats.org/officeDocument/2006/relationships/image"/><Relationship Id="rId29" Target="../media/image258.jpg" Type="http://schemas.openxmlformats.org/officeDocument/2006/relationships/image"/><Relationship Id="rId3" Target="../media/image232.jpg" Type="http://schemas.openxmlformats.org/officeDocument/2006/relationships/image"/><Relationship Id="rId30" Target="../media/image259.jpg" Type="http://schemas.openxmlformats.org/officeDocument/2006/relationships/image"/><Relationship Id="rId31" Target="../media/image260.jpg" Type="http://schemas.openxmlformats.org/officeDocument/2006/relationships/image"/><Relationship Id="rId32" Target="../media/image261.jpg" Type="http://schemas.openxmlformats.org/officeDocument/2006/relationships/image"/><Relationship Id="rId33" Target="../media/image262.jpg" Type="http://schemas.openxmlformats.org/officeDocument/2006/relationships/image"/><Relationship Id="rId34" Target="../media/image263.jpg" Type="http://schemas.openxmlformats.org/officeDocument/2006/relationships/image"/><Relationship Id="rId35" Target="../media/image264.jpg" Type="http://schemas.openxmlformats.org/officeDocument/2006/relationships/image"/><Relationship Id="rId36" Target="../media/image265.jpg" Type="http://schemas.openxmlformats.org/officeDocument/2006/relationships/image"/><Relationship Id="rId4" Target="../media/image233.jpg" Type="http://schemas.openxmlformats.org/officeDocument/2006/relationships/image"/><Relationship Id="rId5" Target="../media/image234.jpg" Type="http://schemas.openxmlformats.org/officeDocument/2006/relationships/image"/><Relationship Id="rId6" Target="../media/image235.jpg" Type="http://schemas.openxmlformats.org/officeDocument/2006/relationships/image"/><Relationship Id="rId7" Target="../media/image236.jpg" Type="http://schemas.openxmlformats.org/officeDocument/2006/relationships/image"/><Relationship Id="rId8" Target="../media/image237.jpg" Type="http://schemas.openxmlformats.org/officeDocument/2006/relationships/image"/><Relationship Id="rId9" Target="../media/image238.jp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3.jpg" Type="http://schemas.openxmlformats.org/officeDocument/2006/relationships/image"/><Relationship Id="rId11" Target="../media/image274.jpg" Type="http://schemas.openxmlformats.org/officeDocument/2006/relationships/image"/><Relationship Id="rId12" Target="../media/image275.jpg" Type="http://schemas.openxmlformats.org/officeDocument/2006/relationships/image"/><Relationship Id="rId13" Target="../media/image276.jpg" Type="http://schemas.openxmlformats.org/officeDocument/2006/relationships/image"/><Relationship Id="rId14" Target="../media/image277.jpg" Type="http://schemas.openxmlformats.org/officeDocument/2006/relationships/image"/><Relationship Id="rId15" Target="../media/image278.jpg" Type="http://schemas.openxmlformats.org/officeDocument/2006/relationships/image"/><Relationship Id="rId16" Target="../media/image279.jpg" Type="http://schemas.openxmlformats.org/officeDocument/2006/relationships/image"/><Relationship Id="rId17" Target="../media/image280.jpg" Type="http://schemas.openxmlformats.org/officeDocument/2006/relationships/image"/><Relationship Id="rId18" Target="../media/image281.jpg" Type="http://schemas.openxmlformats.org/officeDocument/2006/relationships/image"/><Relationship Id="rId19" Target="../media/image282.jpg" Type="http://schemas.openxmlformats.org/officeDocument/2006/relationships/image"/><Relationship Id="rId2" Target="../media/image266.jpg" Type="http://schemas.openxmlformats.org/officeDocument/2006/relationships/image"/><Relationship Id="rId20" Target="../media/image283.jpg" Type="http://schemas.openxmlformats.org/officeDocument/2006/relationships/image"/><Relationship Id="rId21" Target="../media/image284.jpg" Type="http://schemas.openxmlformats.org/officeDocument/2006/relationships/image"/><Relationship Id="rId22" Target="../media/image285.jpg" Type="http://schemas.openxmlformats.org/officeDocument/2006/relationships/image"/><Relationship Id="rId23" Target="../media/image286.jpg" Type="http://schemas.openxmlformats.org/officeDocument/2006/relationships/image"/><Relationship Id="rId24" Target="../media/image287.jpg" Type="http://schemas.openxmlformats.org/officeDocument/2006/relationships/image"/><Relationship Id="rId25" Target="../media/image288.jpg" Type="http://schemas.openxmlformats.org/officeDocument/2006/relationships/image"/><Relationship Id="rId26" Target="../media/image289.jpg" Type="http://schemas.openxmlformats.org/officeDocument/2006/relationships/image"/><Relationship Id="rId27" Target="../media/image290.jpg" Type="http://schemas.openxmlformats.org/officeDocument/2006/relationships/image"/><Relationship Id="rId28" Target="../media/image291.jpg" Type="http://schemas.openxmlformats.org/officeDocument/2006/relationships/image"/><Relationship Id="rId29" Target="../media/image292.jpg" Type="http://schemas.openxmlformats.org/officeDocument/2006/relationships/image"/><Relationship Id="rId3" Target="../media/image105.jpg" Type="http://schemas.openxmlformats.org/officeDocument/2006/relationships/image"/><Relationship Id="rId30" Target="../media/image293.jpg" Type="http://schemas.openxmlformats.org/officeDocument/2006/relationships/image"/><Relationship Id="rId31" Target="../media/image294.jpg" Type="http://schemas.openxmlformats.org/officeDocument/2006/relationships/image"/><Relationship Id="rId32" Target="../media/image295.svg" Type="http://schemas.openxmlformats.org/officeDocument/2006/relationships/image"/><Relationship Id="rId33" Target="../media/image296.jpg" Type="http://schemas.openxmlformats.org/officeDocument/2006/relationships/image"/><Relationship Id="rId4" Target="../media/image267.jpg" Type="http://schemas.openxmlformats.org/officeDocument/2006/relationships/image"/><Relationship Id="rId5" Target="../media/image268.jpg" Type="http://schemas.openxmlformats.org/officeDocument/2006/relationships/image"/><Relationship Id="rId6" Target="../media/image269.jpg" Type="http://schemas.openxmlformats.org/officeDocument/2006/relationships/image"/><Relationship Id="rId7" Target="../media/image270.jpg" Type="http://schemas.openxmlformats.org/officeDocument/2006/relationships/image"/><Relationship Id="rId8" Target="../media/image271.jpg" Type="http://schemas.openxmlformats.org/officeDocument/2006/relationships/image"/><Relationship Id="rId9" Target="../media/image272.jp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4.jpg" Type="http://schemas.openxmlformats.org/officeDocument/2006/relationships/image"/><Relationship Id="rId11" Target="../media/image305.jpg" Type="http://schemas.openxmlformats.org/officeDocument/2006/relationships/image"/><Relationship Id="rId12" Target="../media/image306.jpg" Type="http://schemas.openxmlformats.org/officeDocument/2006/relationships/image"/><Relationship Id="rId13" Target="../media/image307.jpg" Type="http://schemas.openxmlformats.org/officeDocument/2006/relationships/image"/><Relationship Id="rId14" Target="../media/image308.jpg" Type="http://schemas.openxmlformats.org/officeDocument/2006/relationships/image"/><Relationship Id="rId15" Target="../media/image309.jpg" Type="http://schemas.openxmlformats.org/officeDocument/2006/relationships/image"/><Relationship Id="rId16" Target="../media/image310.jpg" Type="http://schemas.openxmlformats.org/officeDocument/2006/relationships/image"/><Relationship Id="rId17" Target="../media/image311.jpg" Type="http://schemas.openxmlformats.org/officeDocument/2006/relationships/image"/><Relationship Id="rId18" Target="../media/image312.jpg" Type="http://schemas.openxmlformats.org/officeDocument/2006/relationships/image"/><Relationship Id="rId19" Target="../media/image313.jpg" Type="http://schemas.openxmlformats.org/officeDocument/2006/relationships/image"/><Relationship Id="rId2" Target="../media/image297.jpg" Type="http://schemas.openxmlformats.org/officeDocument/2006/relationships/image"/><Relationship Id="rId20" Target="../media/image314.jpg" Type="http://schemas.openxmlformats.org/officeDocument/2006/relationships/image"/><Relationship Id="rId21" Target="../media/image315.jpg" Type="http://schemas.openxmlformats.org/officeDocument/2006/relationships/image"/><Relationship Id="rId22" Target="../media/image316.jpg" Type="http://schemas.openxmlformats.org/officeDocument/2006/relationships/image"/><Relationship Id="rId23" Target="../media/image317.jpg" Type="http://schemas.openxmlformats.org/officeDocument/2006/relationships/image"/><Relationship Id="rId24" Target="../media/image318.jpg" Type="http://schemas.openxmlformats.org/officeDocument/2006/relationships/image"/><Relationship Id="rId25" Target="../media/image319.jpg" Type="http://schemas.openxmlformats.org/officeDocument/2006/relationships/image"/><Relationship Id="rId26" Target="../media/image320.jpg" Type="http://schemas.openxmlformats.org/officeDocument/2006/relationships/image"/><Relationship Id="rId27" Target="../media/image321.jpg" Type="http://schemas.openxmlformats.org/officeDocument/2006/relationships/image"/><Relationship Id="rId28" Target="../media/image322.jpg" Type="http://schemas.openxmlformats.org/officeDocument/2006/relationships/image"/><Relationship Id="rId29" Target="../media/image323.jpg" Type="http://schemas.openxmlformats.org/officeDocument/2006/relationships/image"/><Relationship Id="rId3" Target="../media/image105.jpg" Type="http://schemas.openxmlformats.org/officeDocument/2006/relationships/image"/><Relationship Id="rId30" Target="../media/image324.jpg" Type="http://schemas.openxmlformats.org/officeDocument/2006/relationships/image"/><Relationship Id="rId31" Target="../media/image325.jpg" Type="http://schemas.openxmlformats.org/officeDocument/2006/relationships/image"/><Relationship Id="rId32" Target="../media/image326.jpg" Type="http://schemas.openxmlformats.org/officeDocument/2006/relationships/image"/><Relationship Id="rId33" Target="../media/image327.jpg" Type="http://schemas.openxmlformats.org/officeDocument/2006/relationships/image"/><Relationship Id="rId34" Target="../media/image328.jpg" Type="http://schemas.openxmlformats.org/officeDocument/2006/relationships/image"/><Relationship Id="rId35" Target="../media/image329.jpg" Type="http://schemas.openxmlformats.org/officeDocument/2006/relationships/image"/><Relationship Id="rId36" Target="../media/image330.jpg" Type="http://schemas.openxmlformats.org/officeDocument/2006/relationships/image"/><Relationship Id="rId37" Target="../media/image331.jpg" Type="http://schemas.openxmlformats.org/officeDocument/2006/relationships/image"/><Relationship Id="rId4" Target="../media/image298.jpg" Type="http://schemas.openxmlformats.org/officeDocument/2006/relationships/image"/><Relationship Id="rId5" Target="../media/image299.jpg" Type="http://schemas.openxmlformats.org/officeDocument/2006/relationships/image"/><Relationship Id="rId6" Target="../media/image300.jpg" Type="http://schemas.openxmlformats.org/officeDocument/2006/relationships/image"/><Relationship Id="rId7" Target="../media/image301.jpg" Type="http://schemas.openxmlformats.org/officeDocument/2006/relationships/image"/><Relationship Id="rId8" Target="../media/image302.jpg" Type="http://schemas.openxmlformats.org/officeDocument/2006/relationships/image"/><Relationship Id="rId9" Target="../media/image303.jp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4.jpg" Type="http://schemas.openxmlformats.org/officeDocument/2006/relationships/image"/><Relationship Id="rId11" Target="../media/image305.jpg" Type="http://schemas.openxmlformats.org/officeDocument/2006/relationships/image"/><Relationship Id="rId12" Target="../media/image306.jpg" Type="http://schemas.openxmlformats.org/officeDocument/2006/relationships/image"/><Relationship Id="rId13" Target="../media/image307.jpg" Type="http://schemas.openxmlformats.org/officeDocument/2006/relationships/image"/><Relationship Id="rId14" Target="../media/image308.jpg" Type="http://schemas.openxmlformats.org/officeDocument/2006/relationships/image"/><Relationship Id="rId15" Target="../media/image332.jpg" Type="http://schemas.openxmlformats.org/officeDocument/2006/relationships/image"/><Relationship Id="rId16" Target="../media/image309.jpg" Type="http://schemas.openxmlformats.org/officeDocument/2006/relationships/image"/><Relationship Id="rId17" Target="../media/image333.jpg" Type="http://schemas.openxmlformats.org/officeDocument/2006/relationships/image"/><Relationship Id="rId18" Target="../media/image310.jpg" Type="http://schemas.openxmlformats.org/officeDocument/2006/relationships/image"/><Relationship Id="rId19" Target="../media/image311.jpg" Type="http://schemas.openxmlformats.org/officeDocument/2006/relationships/image"/><Relationship Id="rId2" Target="../media/image297.jpg" Type="http://schemas.openxmlformats.org/officeDocument/2006/relationships/image"/><Relationship Id="rId20" Target="../media/image312.jpg" Type="http://schemas.openxmlformats.org/officeDocument/2006/relationships/image"/><Relationship Id="rId21" Target="../media/image313.jpg" Type="http://schemas.openxmlformats.org/officeDocument/2006/relationships/image"/><Relationship Id="rId22" Target="../media/image314.jpg" Type="http://schemas.openxmlformats.org/officeDocument/2006/relationships/image"/><Relationship Id="rId23" Target="../media/image315.jpg" Type="http://schemas.openxmlformats.org/officeDocument/2006/relationships/image"/><Relationship Id="rId24" Target="../media/image316.jpg" Type="http://schemas.openxmlformats.org/officeDocument/2006/relationships/image"/><Relationship Id="rId25" Target="../media/image317.jpg" Type="http://schemas.openxmlformats.org/officeDocument/2006/relationships/image"/><Relationship Id="rId26" Target="../media/image318.jpg" Type="http://schemas.openxmlformats.org/officeDocument/2006/relationships/image"/><Relationship Id="rId27" Target="../media/image319.jpg" Type="http://schemas.openxmlformats.org/officeDocument/2006/relationships/image"/><Relationship Id="rId28" Target="../media/image320.jpg" Type="http://schemas.openxmlformats.org/officeDocument/2006/relationships/image"/><Relationship Id="rId29" Target="../media/image321.jpg" Type="http://schemas.openxmlformats.org/officeDocument/2006/relationships/image"/><Relationship Id="rId3" Target="../media/image105.jpg" Type="http://schemas.openxmlformats.org/officeDocument/2006/relationships/image"/><Relationship Id="rId30" Target="../media/image322.jpg" Type="http://schemas.openxmlformats.org/officeDocument/2006/relationships/image"/><Relationship Id="rId31" Target="../media/image324.jpg" Type="http://schemas.openxmlformats.org/officeDocument/2006/relationships/image"/><Relationship Id="rId32" Target="../media/image325.jpg" Type="http://schemas.openxmlformats.org/officeDocument/2006/relationships/image"/><Relationship Id="rId33" Target="../media/image334.jpg" Type="http://schemas.openxmlformats.org/officeDocument/2006/relationships/image"/><Relationship Id="rId34" Target="../media/image326.jpg" Type="http://schemas.openxmlformats.org/officeDocument/2006/relationships/image"/><Relationship Id="rId35" Target="../media/image327.jpg" Type="http://schemas.openxmlformats.org/officeDocument/2006/relationships/image"/><Relationship Id="rId36" Target="../media/image328.jpg" Type="http://schemas.openxmlformats.org/officeDocument/2006/relationships/image"/><Relationship Id="rId37" Target="../media/image329.jpg" Type="http://schemas.openxmlformats.org/officeDocument/2006/relationships/image"/><Relationship Id="rId38" Target="../media/image330.jpg" Type="http://schemas.openxmlformats.org/officeDocument/2006/relationships/image"/><Relationship Id="rId4" Target="../media/image298.jpg" Type="http://schemas.openxmlformats.org/officeDocument/2006/relationships/image"/><Relationship Id="rId5" Target="../media/image299.jpg" Type="http://schemas.openxmlformats.org/officeDocument/2006/relationships/image"/><Relationship Id="rId6" Target="../media/image300.jpg" Type="http://schemas.openxmlformats.org/officeDocument/2006/relationships/image"/><Relationship Id="rId7" Target="../media/image301.jpg" Type="http://schemas.openxmlformats.org/officeDocument/2006/relationships/image"/><Relationship Id="rId8" Target="../media/image302.jpg" Type="http://schemas.openxmlformats.org/officeDocument/2006/relationships/image"/><Relationship Id="rId9" Target="../media/image303.jp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jpg" Type="http://schemas.openxmlformats.org/officeDocument/2006/relationships/image"/><Relationship Id="rId11" Target="../media/image30.jpg" Type="http://schemas.openxmlformats.org/officeDocument/2006/relationships/image"/><Relationship Id="rId12" Target="../media/image31.jpg" Type="http://schemas.openxmlformats.org/officeDocument/2006/relationships/image"/><Relationship Id="rId13" Target="../media/image32.jpg" Type="http://schemas.openxmlformats.org/officeDocument/2006/relationships/image"/><Relationship Id="rId14" Target="../media/image33.jpg" Type="http://schemas.openxmlformats.org/officeDocument/2006/relationships/image"/><Relationship Id="rId15" Target="../media/image34.jpg" Type="http://schemas.openxmlformats.org/officeDocument/2006/relationships/image"/><Relationship Id="rId16" Target="../media/image35.jpg" Type="http://schemas.openxmlformats.org/officeDocument/2006/relationships/image"/><Relationship Id="rId17" Target="../media/image36.jpg" Type="http://schemas.openxmlformats.org/officeDocument/2006/relationships/image"/><Relationship Id="rId18" Target="../media/image37.jpg" Type="http://schemas.openxmlformats.org/officeDocument/2006/relationships/image"/><Relationship Id="rId19" Target="../media/image38.jpg" Type="http://schemas.openxmlformats.org/officeDocument/2006/relationships/image"/><Relationship Id="rId2" Target="../media/image21.jpg" Type="http://schemas.openxmlformats.org/officeDocument/2006/relationships/image"/><Relationship Id="rId20" Target="../media/image39.jpg" Type="http://schemas.openxmlformats.org/officeDocument/2006/relationships/image"/><Relationship Id="rId21" Target="../media/image40.jpg" Type="http://schemas.openxmlformats.org/officeDocument/2006/relationships/image"/><Relationship Id="rId22" Target="../media/image41.jpg" Type="http://schemas.openxmlformats.org/officeDocument/2006/relationships/image"/><Relationship Id="rId23" Target="../media/image42.jpg" Type="http://schemas.openxmlformats.org/officeDocument/2006/relationships/image"/><Relationship Id="rId24" Target="../media/image43.jpg" Type="http://schemas.openxmlformats.org/officeDocument/2006/relationships/image"/><Relationship Id="rId25" Target="../media/image44.jpg" Type="http://schemas.openxmlformats.org/officeDocument/2006/relationships/image"/><Relationship Id="rId26" Target="../media/image45.jpg" Type="http://schemas.openxmlformats.org/officeDocument/2006/relationships/image"/><Relationship Id="rId3" Target="../media/image22.jpg" Type="http://schemas.openxmlformats.org/officeDocument/2006/relationships/image"/><Relationship Id="rId4" Target="../media/image23.jpg" Type="http://schemas.openxmlformats.org/officeDocument/2006/relationships/image"/><Relationship Id="rId5" Target="../media/image24.jpg" Type="http://schemas.openxmlformats.org/officeDocument/2006/relationships/image"/><Relationship Id="rId6" Target="../media/image25.jpg" Type="http://schemas.openxmlformats.org/officeDocument/2006/relationships/image"/><Relationship Id="rId7" Target="../media/image26.jpg" Type="http://schemas.openxmlformats.org/officeDocument/2006/relationships/image"/><Relationship Id="rId8" Target="../media/image27.jpg" Type="http://schemas.openxmlformats.org/officeDocument/2006/relationships/image"/><Relationship Id="rId9" Target="../media/image28.jp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47700" y="252949"/>
            <a:ext cx="16992600" cy="9781102"/>
          </a:xfrm>
          <a:custGeom>
            <a:avLst/>
            <a:gdLst/>
            <a:ahLst/>
            <a:cxnLst/>
            <a:rect r="r" b="b" t="t" l="l"/>
            <a:pathLst>
              <a:path h="9781102" w="16992600">
                <a:moveTo>
                  <a:pt x="0" y="0"/>
                </a:moveTo>
                <a:lnTo>
                  <a:pt x="16992600" y="0"/>
                </a:lnTo>
                <a:lnTo>
                  <a:pt x="16992600" y="9781102"/>
                </a:lnTo>
                <a:lnTo>
                  <a:pt x="0" y="97811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275" t="0" r="-4275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459075" y="214313"/>
            <a:ext cx="2400300" cy="1285875"/>
          </a:xfrm>
          <a:custGeom>
            <a:avLst/>
            <a:gdLst/>
            <a:ahLst/>
            <a:cxnLst/>
            <a:rect r="r" b="b" t="t" l="l"/>
            <a:pathLst>
              <a:path h="1285875" w="2400300">
                <a:moveTo>
                  <a:pt x="0" y="0"/>
                </a:moveTo>
                <a:lnTo>
                  <a:pt x="2400300" y="0"/>
                </a:lnTo>
                <a:lnTo>
                  <a:pt x="240030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020925" y="5353050"/>
            <a:ext cx="1533525" cy="1076325"/>
          </a:xfrm>
          <a:custGeom>
            <a:avLst/>
            <a:gdLst/>
            <a:ahLst/>
            <a:cxnLst/>
            <a:rect r="r" b="b" t="t" l="l"/>
            <a:pathLst>
              <a:path h="1076325" w="1533525">
                <a:moveTo>
                  <a:pt x="0" y="0"/>
                </a:moveTo>
                <a:lnTo>
                  <a:pt x="1533525" y="0"/>
                </a:lnTo>
                <a:lnTo>
                  <a:pt x="153352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7700" y="7243226"/>
            <a:ext cx="6762750" cy="2790825"/>
          </a:xfrm>
          <a:custGeom>
            <a:avLst/>
            <a:gdLst/>
            <a:ahLst/>
            <a:cxnLst/>
            <a:rect r="r" b="b" t="t" l="l"/>
            <a:pathLst>
              <a:path h="2790825" w="6762750">
                <a:moveTo>
                  <a:pt x="0" y="0"/>
                </a:moveTo>
                <a:lnTo>
                  <a:pt x="6762750" y="0"/>
                </a:lnTo>
                <a:lnTo>
                  <a:pt x="6762750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096625" y="7243226"/>
            <a:ext cx="6762750" cy="2790825"/>
          </a:xfrm>
          <a:custGeom>
            <a:avLst/>
            <a:gdLst/>
            <a:ahLst/>
            <a:cxnLst/>
            <a:rect r="r" b="b" t="t" l="l"/>
            <a:pathLst>
              <a:path h="2790825" w="6762750">
                <a:moveTo>
                  <a:pt x="0" y="0"/>
                </a:moveTo>
                <a:lnTo>
                  <a:pt x="6762750" y="0"/>
                </a:lnTo>
                <a:lnTo>
                  <a:pt x="6762750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143375" y="2972285"/>
            <a:ext cx="10553700" cy="1657539"/>
          </a:xfrm>
          <a:custGeom>
            <a:avLst/>
            <a:gdLst/>
            <a:ahLst/>
            <a:cxnLst/>
            <a:rect r="r" b="b" t="t" l="l"/>
            <a:pathLst>
              <a:path h="1657539" w="10553700">
                <a:moveTo>
                  <a:pt x="0" y="0"/>
                </a:moveTo>
                <a:lnTo>
                  <a:pt x="10553700" y="0"/>
                </a:lnTo>
                <a:lnTo>
                  <a:pt x="10553700" y="1657540"/>
                </a:lnTo>
                <a:lnTo>
                  <a:pt x="0" y="165754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920864" y="4954277"/>
            <a:ext cx="1752600" cy="3438525"/>
          </a:xfrm>
          <a:custGeom>
            <a:avLst/>
            <a:gdLst/>
            <a:ahLst/>
            <a:cxnLst/>
            <a:rect r="r" b="b" t="t" l="l"/>
            <a:pathLst>
              <a:path h="3438525" w="1752600">
                <a:moveTo>
                  <a:pt x="0" y="0"/>
                </a:moveTo>
                <a:lnTo>
                  <a:pt x="1752600" y="0"/>
                </a:lnTo>
                <a:lnTo>
                  <a:pt x="1752600" y="3438525"/>
                </a:lnTo>
                <a:lnTo>
                  <a:pt x="0" y="34385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rcRect l="0" t="0" r="0" b="0"/>
          <a:stretch>
            <a:fillRect/>
          </a:stretch>
        </p:blipFill>
        <p:spPr>
          <a:xfrm flipH="false" flipV="false" rot="0">
            <a:off x="-492137" y="857250"/>
            <a:ext cx="5346724" cy="1803628"/>
          </a:xfrm>
          <a:prstGeom prst="rect">
            <a:avLst/>
          </a:prstGeom>
        </p:spPr>
      </p:pic>
      <p:sp>
        <p:nvSpPr>
          <p:cNvPr name="Freeform 11" id="11"/>
          <p:cNvSpPr/>
          <p:nvPr/>
        </p:nvSpPr>
        <p:spPr>
          <a:xfrm flipH="false" flipV="false" rot="0">
            <a:off x="12087198" y="5173352"/>
            <a:ext cx="1446574" cy="3219450"/>
          </a:xfrm>
          <a:custGeom>
            <a:avLst/>
            <a:gdLst/>
            <a:ahLst/>
            <a:cxnLst/>
            <a:rect r="r" b="b" t="t" l="l"/>
            <a:pathLst>
              <a:path h="3219450" w="1446574">
                <a:moveTo>
                  <a:pt x="0" y="0"/>
                </a:moveTo>
                <a:lnTo>
                  <a:pt x="1446574" y="0"/>
                </a:lnTo>
                <a:lnTo>
                  <a:pt x="1446574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-601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0" y="0"/>
            <a:ext cx="2400300" cy="2143125"/>
          </a:xfrm>
          <a:custGeom>
            <a:avLst/>
            <a:gdLst/>
            <a:ahLst/>
            <a:cxnLst/>
            <a:rect r="r" b="b" t="t" l="l"/>
            <a:pathLst>
              <a:path h="2143125" w="2400300">
                <a:moveTo>
                  <a:pt x="0" y="0"/>
                </a:moveTo>
                <a:lnTo>
                  <a:pt x="2400300" y="0"/>
                </a:lnTo>
                <a:lnTo>
                  <a:pt x="2400300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787688" y="-298038"/>
            <a:ext cx="2409825" cy="2143125"/>
          </a:xfrm>
          <a:custGeom>
            <a:avLst/>
            <a:gdLst/>
            <a:ahLst/>
            <a:cxnLst/>
            <a:rect r="r" b="b" t="t" l="l"/>
            <a:pathLst>
              <a:path h="2143125" w="2409825">
                <a:moveTo>
                  <a:pt x="0" y="0"/>
                </a:moveTo>
                <a:lnTo>
                  <a:pt x="2409824" y="0"/>
                </a:lnTo>
                <a:lnTo>
                  <a:pt x="2409824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0" y="8143875"/>
            <a:ext cx="2181225" cy="2143125"/>
          </a:xfrm>
          <a:custGeom>
            <a:avLst/>
            <a:gdLst/>
            <a:ahLst/>
            <a:cxnLst/>
            <a:rect r="r" b="b" t="t" l="l"/>
            <a:pathLst>
              <a:path h="2143125" w="2181225">
                <a:moveTo>
                  <a:pt x="0" y="0"/>
                </a:moveTo>
                <a:lnTo>
                  <a:pt x="2181225" y="0"/>
                </a:lnTo>
                <a:lnTo>
                  <a:pt x="2181225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887700" y="8143875"/>
            <a:ext cx="2400300" cy="2143125"/>
          </a:xfrm>
          <a:custGeom>
            <a:avLst/>
            <a:gdLst/>
            <a:ahLst/>
            <a:cxnLst/>
            <a:rect r="r" b="b" t="t" l="l"/>
            <a:pathLst>
              <a:path h="2143125" w="2400300">
                <a:moveTo>
                  <a:pt x="0" y="0"/>
                </a:moveTo>
                <a:lnTo>
                  <a:pt x="2400300" y="0"/>
                </a:lnTo>
                <a:lnTo>
                  <a:pt x="2400300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6" id="16" descr="Upscaled image"/>
          <p:cNvSpPr/>
          <p:nvPr/>
        </p:nvSpPr>
        <p:spPr>
          <a:xfrm flipH="false" flipV="false" rot="0">
            <a:off x="6253161" y="4954277"/>
            <a:ext cx="3142268" cy="4414838"/>
          </a:xfrm>
          <a:custGeom>
            <a:avLst/>
            <a:gdLst/>
            <a:ahLst/>
            <a:cxnLst/>
            <a:rect r="r" b="b" t="t" l="l"/>
            <a:pathLst>
              <a:path h="4414838" w="3142268">
                <a:moveTo>
                  <a:pt x="0" y="0"/>
                </a:moveTo>
                <a:lnTo>
                  <a:pt x="3142268" y="0"/>
                </a:lnTo>
                <a:lnTo>
                  <a:pt x="3142268" y="4414838"/>
                </a:lnTo>
                <a:lnTo>
                  <a:pt x="0" y="4414838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7" id="17" descr="Upscaled image"/>
          <p:cNvSpPr/>
          <p:nvPr/>
        </p:nvSpPr>
        <p:spPr>
          <a:xfrm flipH="false" flipV="false" rot="0">
            <a:off x="9026643" y="5173352"/>
            <a:ext cx="3335054" cy="4161526"/>
          </a:xfrm>
          <a:custGeom>
            <a:avLst/>
            <a:gdLst/>
            <a:ahLst/>
            <a:cxnLst/>
            <a:rect r="r" b="b" t="t" l="l"/>
            <a:pathLst>
              <a:path h="4161526" w="3335054">
                <a:moveTo>
                  <a:pt x="0" y="0"/>
                </a:moveTo>
                <a:lnTo>
                  <a:pt x="3335055" y="0"/>
                </a:lnTo>
                <a:lnTo>
                  <a:pt x="3335055" y="4161526"/>
                </a:lnTo>
                <a:lnTo>
                  <a:pt x="0" y="416152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4807553" y="3476876"/>
            <a:ext cx="9225345" cy="1267383"/>
            <a:chOff x="0" y="0"/>
            <a:chExt cx="12300460" cy="1689844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0"/>
              <a:ext cx="12300460" cy="11409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83"/>
                </a:lnSpc>
              </a:pPr>
              <a:r>
                <a:rPr lang="en-US" sz="2653" b="true">
                  <a:solidFill>
                    <a:srgbClr val="6D412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Cùng Bi khám phá các biện pháp bảo vệ môi trường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7023337" y="1183608"/>
              <a:ext cx="14495" cy="5062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13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5034827" y="1730787"/>
            <a:ext cx="9009246" cy="1241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58"/>
              </a:lnSpc>
              <a:spcBef>
                <a:spcPct val="0"/>
              </a:spcBef>
            </a:pPr>
            <a:r>
              <a:rPr lang="en-US" sz="5827">
                <a:solidFill>
                  <a:srgbClr val="FFF8E9"/>
                </a:solidFill>
                <a:latin typeface="Paytone One"/>
                <a:ea typeface="Paytone One"/>
                <a:cs typeface="Paytone One"/>
                <a:sym typeface="Paytone One"/>
              </a:rPr>
              <a:t>EM BẢO VỆ MÔI TRƯỜNG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053877" y="1812953"/>
            <a:ext cx="8880570" cy="1225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41"/>
              </a:lnSpc>
              <a:spcBef>
                <a:spcPct val="0"/>
              </a:spcBef>
            </a:pPr>
            <a:r>
              <a:rPr lang="en-US" sz="5743">
                <a:solidFill>
                  <a:srgbClr val="63B550"/>
                </a:solidFill>
                <a:latin typeface="Paytone One"/>
                <a:ea typeface="Paytone One"/>
                <a:cs typeface="Paytone One"/>
                <a:sym typeface="Paytone One"/>
              </a:rPr>
              <a:t>EM BẢO VỆ MÔI TRƯỜNG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253660" y="646982"/>
            <a:ext cx="4239134" cy="1160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58"/>
              </a:lnSpc>
              <a:spcBef>
                <a:spcPct val="0"/>
              </a:spcBef>
            </a:pPr>
            <a:r>
              <a:rPr lang="en-US" sz="5827">
                <a:solidFill>
                  <a:srgbClr val="FFF8E9"/>
                </a:solidFill>
                <a:latin typeface="Bungee"/>
                <a:ea typeface="Bungee"/>
                <a:cs typeface="Bungee"/>
                <a:sym typeface="Bungee"/>
              </a:rPr>
              <a:t>DẠO ĐỨC 5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362803" y="623989"/>
            <a:ext cx="4185887" cy="1146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41"/>
              </a:lnSpc>
              <a:spcBef>
                <a:spcPct val="0"/>
              </a:spcBef>
            </a:pPr>
            <a:r>
              <a:rPr lang="en-US" sz="5743">
                <a:solidFill>
                  <a:srgbClr val="63B550"/>
                </a:solidFill>
                <a:latin typeface="Bungee"/>
                <a:ea typeface="Bungee"/>
                <a:cs typeface="Bungee"/>
                <a:sym typeface="Bungee"/>
              </a:rPr>
              <a:t>ĐẠO ĐỨC 5 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3021984" y="6280834"/>
            <a:ext cx="897602" cy="880862"/>
            <a:chOff x="0" y="0"/>
            <a:chExt cx="1196803" cy="1174483"/>
          </a:xfrm>
        </p:grpSpPr>
        <p:sp>
          <p:nvSpPr>
            <p:cNvPr name="Freeform 26" id="26"/>
            <p:cNvSpPr/>
            <p:nvPr/>
          </p:nvSpPr>
          <p:spPr>
            <a:xfrm flipH="false" flipV="false" rot="-1510976">
              <a:off x="141188" y="153305"/>
              <a:ext cx="914426" cy="867874"/>
            </a:xfrm>
            <a:custGeom>
              <a:avLst/>
              <a:gdLst/>
              <a:ahLst/>
              <a:cxnLst/>
              <a:rect r="r" b="b" t="t" l="l"/>
              <a:pathLst>
                <a:path h="867874" w="914426">
                  <a:moveTo>
                    <a:pt x="0" y="0"/>
                  </a:moveTo>
                  <a:lnTo>
                    <a:pt x="914426" y="0"/>
                  </a:lnTo>
                  <a:lnTo>
                    <a:pt x="914426" y="867873"/>
                  </a:lnTo>
                  <a:lnTo>
                    <a:pt x="0" y="8678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-1510976">
              <a:off x="209262" y="217913"/>
              <a:ext cx="778278" cy="738656"/>
            </a:xfrm>
            <a:custGeom>
              <a:avLst/>
              <a:gdLst/>
              <a:ahLst/>
              <a:cxnLst/>
              <a:rect r="r" b="b" t="t" l="l"/>
              <a:pathLst>
                <a:path h="738656" w="778278">
                  <a:moveTo>
                    <a:pt x="0" y="0"/>
                  </a:moveTo>
                  <a:lnTo>
                    <a:pt x="778278" y="0"/>
                  </a:lnTo>
                  <a:lnTo>
                    <a:pt x="778278" y="738657"/>
                  </a:lnTo>
                  <a:lnTo>
                    <a:pt x="0" y="738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 l="0" t="0" r="0" b="0"/>
              </a:stretch>
            </a:blipFill>
          </p:spPr>
        </p:sp>
      </p:grpSp>
      <p:pic>
        <p:nvPicPr>
          <p:cNvPr name="Picture 28" id="28"/>
          <p:cNvPicPr>
            <a:picLocks noChangeAspect="true"/>
          </p:cNvPicPr>
          <p:nvPr/>
        </p:nvPicPr>
        <p:blipFill>
          <a:blip r:embed="rId10"/>
          <a:srcRect l="0" t="0" r="0" b="0"/>
          <a:stretch>
            <a:fillRect/>
          </a:stretch>
        </p:blipFill>
        <p:spPr>
          <a:xfrm flipH="true" flipV="false" rot="0">
            <a:off x="14697075" y="857250"/>
            <a:ext cx="3990649" cy="134617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638925"/>
            <a:ext cx="18288000" cy="3648075"/>
          </a:xfrm>
          <a:custGeom>
            <a:avLst/>
            <a:gdLst/>
            <a:ahLst/>
            <a:cxnLst/>
            <a:rect r="r" b="b" t="t" l="l"/>
            <a:pathLst>
              <a:path h="3648075" w="18288000">
                <a:moveTo>
                  <a:pt x="0" y="0"/>
                </a:moveTo>
                <a:lnTo>
                  <a:pt x="18288000" y="0"/>
                </a:lnTo>
                <a:lnTo>
                  <a:pt x="18288000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2400300" cy="1714500"/>
          </a:xfrm>
          <a:custGeom>
            <a:avLst/>
            <a:gdLst/>
            <a:ahLst/>
            <a:cxnLst/>
            <a:rect r="r" b="b" t="t" l="l"/>
            <a:pathLst>
              <a:path h="1714500" w="2400300">
                <a:moveTo>
                  <a:pt x="0" y="0"/>
                </a:moveTo>
                <a:lnTo>
                  <a:pt x="2400300" y="0"/>
                </a:lnTo>
                <a:lnTo>
                  <a:pt x="240030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801850" y="0"/>
            <a:ext cx="3276600" cy="1933575"/>
          </a:xfrm>
          <a:custGeom>
            <a:avLst/>
            <a:gdLst/>
            <a:ahLst/>
            <a:cxnLst/>
            <a:rect r="r" b="b" t="t" l="l"/>
            <a:pathLst>
              <a:path h="1933575" w="3276600">
                <a:moveTo>
                  <a:pt x="0" y="0"/>
                </a:moveTo>
                <a:lnTo>
                  <a:pt x="3276600" y="0"/>
                </a:lnTo>
                <a:lnTo>
                  <a:pt x="327660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2781300"/>
            <a:ext cx="1524000" cy="1295400"/>
          </a:xfrm>
          <a:custGeom>
            <a:avLst/>
            <a:gdLst/>
            <a:ahLst/>
            <a:cxnLst/>
            <a:rect r="r" b="b" t="t" l="l"/>
            <a:pathLst>
              <a:path h="1295400" w="1524000">
                <a:moveTo>
                  <a:pt x="0" y="0"/>
                </a:moveTo>
                <a:lnTo>
                  <a:pt x="1524000" y="0"/>
                </a:lnTo>
                <a:lnTo>
                  <a:pt x="15240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325850" y="2352675"/>
            <a:ext cx="1962150" cy="1724025"/>
          </a:xfrm>
          <a:custGeom>
            <a:avLst/>
            <a:gdLst/>
            <a:ahLst/>
            <a:cxnLst/>
            <a:rect r="r" b="b" t="t" l="l"/>
            <a:pathLst>
              <a:path h="1724025" w="1962150">
                <a:moveTo>
                  <a:pt x="0" y="0"/>
                </a:moveTo>
                <a:lnTo>
                  <a:pt x="1962150" y="0"/>
                </a:lnTo>
                <a:lnTo>
                  <a:pt x="1962150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952625" y="1714500"/>
            <a:ext cx="14382750" cy="7286625"/>
          </a:xfrm>
          <a:custGeom>
            <a:avLst/>
            <a:gdLst/>
            <a:ahLst/>
            <a:cxnLst/>
            <a:rect r="r" b="b" t="t" l="l"/>
            <a:pathLst>
              <a:path h="7286625" w="14382750">
                <a:moveTo>
                  <a:pt x="0" y="0"/>
                </a:moveTo>
                <a:lnTo>
                  <a:pt x="14382750" y="0"/>
                </a:lnTo>
                <a:lnTo>
                  <a:pt x="14382750" y="7286625"/>
                </a:lnTo>
                <a:lnTo>
                  <a:pt x="0" y="72866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609850" y="1842278"/>
            <a:ext cx="12849225" cy="7158847"/>
          </a:xfrm>
          <a:custGeom>
            <a:avLst/>
            <a:gdLst/>
            <a:ahLst/>
            <a:cxnLst/>
            <a:rect r="r" b="b" t="t" l="l"/>
            <a:pathLst>
              <a:path h="7158847" w="12849225">
                <a:moveTo>
                  <a:pt x="0" y="0"/>
                </a:moveTo>
                <a:lnTo>
                  <a:pt x="12849225" y="0"/>
                </a:lnTo>
                <a:lnTo>
                  <a:pt x="12849225" y="7158847"/>
                </a:lnTo>
                <a:lnTo>
                  <a:pt x="0" y="715884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577" t="0" r="-577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828925" y="428625"/>
            <a:ext cx="12689441" cy="1504950"/>
          </a:xfrm>
          <a:custGeom>
            <a:avLst/>
            <a:gdLst/>
            <a:ahLst/>
            <a:cxnLst/>
            <a:rect r="r" b="b" t="t" l="l"/>
            <a:pathLst>
              <a:path h="1504950" w="12689441">
                <a:moveTo>
                  <a:pt x="0" y="0"/>
                </a:moveTo>
                <a:lnTo>
                  <a:pt x="12689441" y="0"/>
                </a:lnTo>
                <a:lnTo>
                  <a:pt x="12689441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1121" r="0" b="-1121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267700" y="1714500"/>
            <a:ext cx="1752600" cy="2143125"/>
          </a:xfrm>
          <a:custGeom>
            <a:avLst/>
            <a:gdLst/>
            <a:ahLst/>
            <a:cxnLst/>
            <a:rect r="r" b="b" t="t" l="l"/>
            <a:pathLst>
              <a:path h="2143125" w="1752600">
                <a:moveTo>
                  <a:pt x="0" y="0"/>
                </a:moveTo>
                <a:lnTo>
                  <a:pt x="1752600" y="0"/>
                </a:lnTo>
                <a:lnTo>
                  <a:pt x="1752600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517136" y="3989660"/>
            <a:ext cx="9253728" cy="497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8"/>
              </a:lnSpc>
            </a:pPr>
            <a:r>
              <a:rPr lang="en-US" sz="3294">
                <a:solidFill>
                  <a:srgbClr val="472B1D"/>
                </a:solidFill>
                <a:latin typeface="Asap"/>
                <a:ea typeface="Asap"/>
                <a:cs typeface="Asap"/>
                <a:sym typeface="Asap"/>
              </a:rPr>
              <a:t>Thẻ Chứng Nhận: Hiệp Sĩ Xanh Bảo Vệ Môi Trường</a:t>
            </a:r>
          </a:p>
        </p:txBody>
      </p:sp>
      <p:sp>
        <p:nvSpPr>
          <p:cNvPr name="Freeform 12" id="12" descr="Upscaled image"/>
          <p:cNvSpPr/>
          <p:nvPr/>
        </p:nvSpPr>
        <p:spPr>
          <a:xfrm flipH="false" flipV="false" rot="0">
            <a:off x="11459951" y="5357812"/>
            <a:ext cx="3577895" cy="3666551"/>
          </a:xfrm>
          <a:custGeom>
            <a:avLst/>
            <a:gdLst/>
            <a:ahLst/>
            <a:cxnLst/>
            <a:rect r="r" b="b" t="t" l="l"/>
            <a:pathLst>
              <a:path h="3666551" w="3577895">
                <a:moveTo>
                  <a:pt x="0" y="0"/>
                </a:moveTo>
                <a:lnTo>
                  <a:pt x="3577895" y="0"/>
                </a:lnTo>
                <a:lnTo>
                  <a:pt x="3577895" y="3666551"/>
                </a:lnTo>
                <a:lnTo>
                  <a:pt x="0" y="366655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2041" t="0" r="-2041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376672" y="4842572"/>
            <a:ext cx="7534656" cy="1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7"/>
              </a:lnSpc>
            </a:pPr>
            <a:r>
              <a:rPr lang="en-US" sz="4180" b="true">
                <a:solidFill>
                  <a:srgbClr val="472B1D"/>
                </a:solidFill>
                <a:latin typeface="Asap Bold"/>
                <a:ea typeface="Asap Bold"/>
                <a:cs typeface="Asap Bold"/>
                <a:sym typeface="Asap Bold"/>
              </a:rPr>
              <a:t>Tớ hứa sẽ luôn yêu thương Mầm</a:t>
            </a:r>
          </a:p>
          <a:p>
            <a:pPr algn="ctr">
              <a:lnSpc>
                <a:spcPts val="4807"/>
              </a:lnSpc>
            </a:pPr>
            <a:r>
              <a:rPr lang="en-US" sz="4180" b="true">
                <a:solidFill>
                  <a:srgbClr val="472B1D"/>
                </a:solidFill>
                <a:latin typeface="Asap Bold"/>
                <a:ea typeface="Asap Bold"/>
                <a:cs typeface="Asap Bold"/>
                <a:sym typeface="Asap Bold"/>
              </a:rPr>
              <a:t>Nhỏ, từ việc nhỏ xíu xiu đến</a:t>
            </a:r>
          </a:p>
          <a:p>
            <a:pPr algn="ctr">
              <a:lnSpc>
                <a:spcPts val="4807"/>
              </a:lnSpc>
            </a:pPr>
            <a:r>
              <a:rPr lang="en-US" sz="4180" b="true">
                <a:solidFill>
                  <a:srgbClr val="472B1D"/>
                </a:solidFill>
                <a:latin typeface="Asap Bold"/>
                <a:ea typeface="Asap Bold"/>
                <a:cs typeface="Asap Bold"/>
                <a:sym typeface="Asap Bold"/>
              </a:rPr>
              <a:t>việc to đùng đoàng!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28816" y="7533107"/>
            <a:ext cx="5230368" cy="477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5"/>
              </a:lnSpc>
            </a:pPr>
            <a:r>
              <a:rPr lang="en-US" sz="3187">
                <a:solidFill>
                  <a:srgbClr val="472B1D"/>
                </a:solidFill>
                <a:latin typeface="Asap"/>
                <a:ea typeface="Asap"/>
                <a:cs typeface="Asap"/>
                <a:sym typeface="Asap"/>
              </a:rPr>
              <a:t>Ký tên: ........................................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2609850" y="5143500"/>
            <a:ext cx="3705225" cy="3648075"/>
          </a:xfrm>
          <a:custGeom>
            <a:avLst/>
            <a:gdLst/>
            <a:ahLst/>
            <a:cxnLst/>
            <a:rect r="r" b="b" t="t" l="l"/>
            <a:pathLst>
              <a:path h="3648075" w="3705225">
                <a:moveTo>
                  <a:pt x="0" y="0"/>
                </a:moveTo>
                <a:lnTo>
                  <a:pt x="3705225" y="0"/>
                </a:lnTo>
                <a:lnTo>
                  <a:pt x="3705225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952625" y="8143875"/>
            <a:ext cx="14382750" cy="1504950"/>
          </a:xfrm>
          <a:custGeom>
            <a:avLst/>
            <a:gdLst/>
            <a:ahLst/>
            <a:cxnLst/>
            <a:rect r="r" b="b" t="t" l="l"/>
            <a:pathLst>
              <a:path h="1504950" w="14382750">
                <a:moveTo>
                  <a:pt x="0" y="0"/>
                </a:moveTo>
                <a:lnTo>
                  <a:pt x="14382750" y="0"/>
                </a:lnTo>
                <a:lnTo>
                  <a:pt x="143827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3914775" y="8782050"/>
            <a:ext cx="10458450" cy="1076325"/>
          </a:xfrm>
          <a:custGeom>
            <a:avLst/>
            <a:gdLst/>
            <a:ahLst/>
            <a:cxnLst/>
            <a:rect r="r" b="b" t="t" l="l"/>
            <a:pathLst>
              <a:path h="1076325" w="10458450">
                <a:moveTo>
                  <a:pt x="0" y="0"/>
                </a:moveTo>
                <a:lnTo>
                  <a:pt x="10458450" y="0"/>
                </a:lnTo>
                <a:lnTo>
                  <a:pt x="10458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4517136" y="9021510"/>
            <a:ext cx="9436608" cy="65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4"/>
              </a:lnSpc>
            </a:pPr>
            <a:r>
              <a:rPr lang="en-US" b="true" sz="4499" spc="-224">
                <a:solidFill>
                  <a:srgbClr val="472B1D"/>
                </a:solidFill>
                <a:latin typeface="Asap Bold"/>
                <a:ea typeface="Asap Bold"/>
                <a:cs typeface="Asap Bold"/>
                <a:sym typeface="Asap Bold"/>
              </a:rPr>
              <a:t>Hành động hôm nay  - Trái Đất ngày mai!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2609850" y="8572500"/>
            <a:ext cx="1962150" cy="1714500"/>
          </a:xfrm>
          <a:custGeom>
            <a:avLst/>
            <a:gdLst/>
            <a:ahLst/>
            <a:cxnLst/>
            <a:rect r="r" b="b" t="t" l="l"/>
            <a:pathLst>
              <a:path h="1714500" w="1962150">
                <a:moveTo>
                  <a:pt x="0" y="0"/>
                </a:moveTo>
                <a:lnTo>
                  <a:pt x="1962150" y="0"/>
                </a:lnTo>
                <a:lnTo>
                  <a:pt x="196215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3925550" y="8572500"/>
            <a:ext cx="1752600" cy="1714500"/>
          </a:xfrm>
          <a:custGeom>
            <a:avLst/>
            <a:gdLst/>
            <a:ahLst/>
            <a:cxnLst/>
            <a:rect r="r" b="b" t="t" l="l"/>
            <a:pathLst>
              <a:path h="1714500" w="1752600">
                <a:moveTo>
                  <a:pt x="0" y="0"/>
                </a:moveTo>
                <a:lnTo>
                  <a:pt x="1752600" y="0"/>
                </a:lnTo>
                <a:lnTo>
                  <a:pt x="175260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304925" y="428625"/>
            <a:ext cx="1533525" cy="1285875"/>
          </a:xfrm>
          <a:custGeom>
            <a:avLst/>
            <a:gdLst/>
            <a:ahLst/>
            <a:cxnLst/>
            <a:rect r="r" b="b" t="t" l="l"/>
            <a:pathLst>
              <a:path h="1285875" w="1533525">
                <a:moveTo>
                  <a:pt x="0" y="0"/>
                </a:moveTo>
                <a:lnTo>
                  <a:pt x="1533525" y="0"/>
                </a:lnTo>
                <a:lnTo>
                  <a:pt x="15335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304925" y="4714875"/>
            <a:ext cx="876300" cy="1076325"/>
          </a:xfrm>
          <a:custGeom>
            <a:avLst/>
            <a:gdLst/>
            <a:ahLst/>
            <a:cxnLst/>
            <a:rect r="r" b="b" t="t" l="l"/>
            <a:pathLst>
              <a:path h="1076325" w="876300">
                <a:moveTo>
                  <a:pt x="0" y="0"/>
                </a:moveTo>
                <a:lnTo>
                  <a:pt x="876300" y="0"/>
                </a:lnTo>
                <a:lnTo>
                  <a:pt x="8763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304925" y="6638925"/>
            <a:ext cx="876300" cy="866775"/>
          </a:xfrm>
          <a:custGeom>
            <a:avLst/>
            <a:gdLst/>
            <a:ahLst/>
            <a:cxnLst/>
            <a:rect r="r" b="b" t="t" l="l"/>
            <a:pathLst>
              <a:path h="866775" w="876300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647700" y="8353425"/>
            <a:ext cx="1095375" cy="1295400"/>
          </a:xfrm>
          <a:custGeom>
            <a:avLst/>
            <a:gdLst/>
            <a:ahLst/>
            <a:cxnLst/>
            <a:rect r="r" b="b" t="t" l="l"/>
            <a:pathLst>
              <a:path h="1295400" w="1095375">
                <a:moveTo>
                  <a:pt x="0" y="0"/>
                </a:moveTo>
                <a:lnTo>
                  <a:pt x="1095375" y="0"/>
                </a:lnTo>
                <a:lnTo>
                  <a:pt x="109537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524000" y="9001125"/>
            <a:ext cx="876300" cy="857250"/>
          </a:xfrm>
          <a:custGeom>
            <a:avLst/>
            <a:gdLst/>
            <a:ahLst/>
            <a:cxnLst/>
            <a:rect r="r" b="b" t="t" l="l"/>
            <a:pathLst>
              <a:path h="857250" w="876300">
                <a:moveTo>
                  <a:pt x="0" y="0"/>
                </a:moveTo>
                <a:lnTo>
                  <a:pt x="876300" y="0"/>
                </a:lnTo>
                <a:lnTo>
                  <a:pt x="876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6325850" y="7496175"/>
            <a:ext cx="876300" cy="866775"/>
          </a:xfrm>
          <a:custGeom>
            <a:avLst/>
            <a:gdLst/>
            <a:ahLst/>
            <a:cxnLst/>
            <a:rect r="r" b="b" t="t" l="l"/>
            <a:pathLst>
              <a:path h="866775" w="876300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6973550" y="6858000"/>
            <a:ext cx="885825" cy="857250"/>
          </a:xfrm>
          <a:custGeom>
            <a:avLst/>
            <a:gdLst/>
            <a:ahLst/>
            <a:cxnLst/>
            <a:rect r="r" b="b" t="t" l="l"/>
            <a:pathLst>
              <a:path h="857250" w="885825">
                <a:moveTo>
                  <a:pt x="0" y="0"/>
                </a:moveTo>
                <a:lnTo>
                  <a:pt x="885825" y="0"/>
                </a:lnTo>
                <a:lnTo>
                  <a:pt x="8858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6544925" y="5572125"/>
            <a:ext cx="876300" cy="857250"/>
          </a:xfrm>
          <a:custGeom>
            <a:avLst/>
            <a:gdLst/>
            <a:ahLst/>
            <a:cxnLst/>
            <a:rect r="r" b="b" t="t" l="l"/>
            <a:pathLst>
              <a:path h="857250" w="876300">
                <a:moveTo>
                  <a:pt x="0" y="0"/>
                </a:moveTo>
                <a:lnTo>
                  <a:pt x="876300" y="0"/>
                </a:lnTo>
                <a:lnTo>
                  <a:pt x="876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6325850" y="4286250"/>
            <a:ext cx="657225" cy="857250"/>
          </a:xfrm>
          <a:custGeom>
            <a:avLst/>
            <a:gdLst/>
            <a:ahLst/>
            <a:cxnLst/>
            <a:rect r="r" b="b" t="t" l="l"/>
            <a:pathLst>
              <a:path h="857250" w="657225">
                <a:moveTo>
                  <a:pt x="0" y="0"/>
                </a:moveTo>
                <a:lnTo>
                  <a:pt x="657225" y="0"/>
                </a:lnTo>
                <a:lnTo>
                  <a:pt x="6572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-216000">
            <a:off x="3094466" y="483547"/>
            <a:ext cx="8150089" cy="1195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</a:pPr>
            <a:r>
              <a:rPr lang="en-US" b="true" sz="5599" spc="-279">
                <a:solidFill>
                  <a:srgbClr val="472B1D"/>
                </a:solidFill>
                <a:latin typeface="Asap Bold"/>
                <a:ea typeface="Asap Bold"/>
                <a:cs typeface="Asap Bold"/>
                <a:sym typeface="Asap Bold"/>
              </a:rPr>
              <a:t>Chúc mừng bạn đã trở thành</a:t>
            </a:r>
          </a:p>
        </p:txBody>
      </p:sp>
      <p:sp>
        <p:nvSpPr>
          <p:cNvPr name="TextBox 31" id="31"/>
          <p:cNvSpPr txBox="true"/>
          <p:nvPr/>
        </p:nvSpPr>
        <p:spPr>
          <a:xfrm rot="378000">
            <a:off x="11312421" y="739680"/>
            <a:ext cx="4165476" cy="928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</a:pPr>
            <a:r>
              <a:rPr lang="en-US" b="true" sz="5599" spc="-279">
                <a:solidFill>
                  <a:srgbClr val="472B1D"/>
                </a:solidFill>
                <a:latin typeface="Asap Bold"/>
                <a:ea typeface="Asap Bold"/>
                <a:cs typeface="Asap Bold"/>
                <a:sym typeface="Asap Bold"/>
              </a:rPr>
              <a:t>HIỆP SĨ XANH!</a:t>
            </a:r>
          </a:p>
        </p:txBody>
      </p:sp>
      <p:sp>
        <p:nvSpPr>
          <p:cNvPr name="Freeform 32" id="32" descr="Upscaled image"/>
          <p:cNvSpPr/>
          <p:nvPr/>
        </p:nvSpPr>
        <p:spPr>
          <a:xfrm flipH="false" flipV="false" rot="0">
            <a:off x="2684937" y="5174172"/>
            <a:ext cx="3664398" cy="3607878"/>
          </a:xfrm>
          <a:custGeom>
            <a:avLst/>
            <a:gdLst/>
            <a:ahLst/>
            <a:cxnLst/>
            <a:rect r="r" b="b" t="t" l="l"/>
            <a:pathLst>
              <a:path h="3607878" w="3664398">
                <a:moveTo>
                  <a:pt x="0" y="0"/>
                </a:moveTo>
                <a:lnTo>
                  <a:pt x="3664398" y="0"/>
                </a:lnTo>
                <a:lnTo>
                  <a:pt x="3664398" y="3607878"/>
                </a:lnTo>
                <a:lnTo>
                  <a:pt x="0" y="3607878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6858000"/>
            <a:ext cx="1743075" cy="1504950"/>
          </a:xfrm>
          <a:custGeom>
            <a:avLst/>
            <a:gdLst/>
            <a:ahLst/>
            <a:cxnLst/>
            <a:rect r="r" b="b" t="t" l="l"/>
            <a:pathLst>
              <a:path h="1504950" w="1743075">
                <a:moveTo>
                  <a:pt x="0" y="0"/>
                </a:moveTo>
                <a:lnTo>
                  <a:pt x="1743075" y="0"/>
                </a:lnTo>
                <a:lnTo>
                  <a:pt x="17430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47700" y="3429000"/>
            <a:ext cx="666750" cy="857250"/>
          </a:xfrm>
          <a:custGeom>
            <a:avLst/>
            <a:gdLst/>
            <a:ahLst/>
            <a:cxnLst/>
            <a:rect r="r" b="b" t="t" l="l"/>
            <a:pathLst>
              <a:path h="857250" w="666750">
                <a:moveTo>
                  <a:pt x="0" y="0"/>
                </a:moveTo>
                <a:lnTo>
                  <a:pt x="666750" y="0"/>
                </a:lnTo>
                <a:lnTo>
                  <a:pt x="6667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66775" y="428625"/>
            <a:ext cx="876300" cy="647700"/>
          </a:xfrm>
          <a:custGeom>
            <a:avLst/>
            <a:gdLst/>
            <a:ahLst/>
            <a:cxnLst/>
            <a:rect r="r" b="b" t="t" l="l"/>
            <a:pathLst>
              <a:path h="647700" w="876300">
                <a:moveTo>
                  <a:pt x="0" y="0"/>
                </a:moveTo>
                <a:lnTo>
                  <a:pt x="876300" y="0"/>
                </a:lnTo>
                <a:lnTo>
                  <a:pt x="87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7700" y="1285875"/>
            <a:ext cx="666750" cy="1076325"/>
          </a:xfrm>
          <a:custGeom>
            <a:avLst/>
            <a:gdLst/>
            <a:ahLst/>
            <a:cxnLst/>
            <a:rect r="r" b="b" t="t" l="l"/>
            <a:pathLst>
              <a:path h="1076325" w="666750">
                <a:moveTo>
                  <a:pt x="0" y="0"/>
                </a:moveTo>
                <a:lnTo>
                  <a:pt x="666750" y="0"/>
                </a:lnTo>
                <a:lnTo>
                  <a:pt x="6667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85850" y="8782050"/>
            <a:ext cx="876300" cy="866775"/>
          </a:xfrm>
          <a:custGeom>
            <a:avLst/>
            <a:gdLst/>
            <a:ahLst/>
            <a:cxnLst/>
            <a:rect r="r" b="b" t="t" l="l"/>
            <a:pathLst>
              <a:path h="866775" w="876300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764000" y="7715250"/>
            <a:ext cx="876300" cy="857250"/>
          </a:xfrm>
          <a:custGeom>
            <a:avLst/>
            <a:gdLst/>
            <a:ahLst/>
            <a:cxnLst/>
            <a:rect r="r" b="b" t="t" l="l"/>
            <a:pathLst>
              <a:path h="857250" w="876300">
                <a:moveTo>
                  <a:pt x="0" y="0"/>
                </a:moveTo>
                <a:lnTo>
                  <a:pt x="876300" y="0"/>
                </a:lnTo>
                <a:lnTo>
                  <a:pt x="876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325850" y="8782050"/>
            <a:ext cx="876300" cy="866775"/>
          </a:xfrm>
          <a:custGeom>
            <a:avLst/>
            <a:gdLst/>
            <a:ahLst/>
            <a:cxnLst/>
            <a:rect r="r" b="b" t="t" l="l"/>
            <a:pathLst>
              <a:path h="866775" w="876300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823466" y="4552950"/>
            <a:ext cx="14641068" cy="1953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89"/>
              </a:lnSpc>
            </a:pPr>
            <a:r>
              <a:rPr lang="en-US" b="true" sz="14589" spc="-291">
                <a:solidFill>
                  <a:srgbClr val="4B92DB"/>
                </a:solidFill>
                <a:latin typeface="Asap Bold"/>
                <a:ea typeface="Asap Bold"/>
                <a:cs typeface="Asap Bold"/>
                <a:sym typeface="Asap Bold"/>
              </a:rPr>
              <a:t>KHỞI ĐỘNG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6452987" y="-2684286"/>
            <a:ext cx="5382026" cy="5368571"/>
          </a:xfrm>
          <a:custGeom>
            <a:avLst/>
            <a:gdLst/>
            <a:ahLst/>
            <a:cxnLst/>
            <a:rect r="r" b="b" t="t" l="l"/>
            <a:pathLst>
              <a:path h="5368571" w="5382026">
                <a:moveTo>
                  <a:pt x="0" y="0"/>
                </a:moveTo>
                <a:lnTo>
                  <a:pt x="5382026" y="0"/>
                </a:lnTo>
                <a:lnTo>
                  <a:pt x="5382026" y="5368572"/>
                </a:lnTo>
                <a:lnTo>
                  <a:pt x="0" y="53685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6858000"/>
            <a:ext cx="1743075" cy="1504950"/>
          </a:xfrm>
          <a:custGeom>
            <a:avLst/>
            <a:gdLst/>
            <a:ahLst/>
            <a:cxnLst/>
            <a:rect r="r" b="b" t="t" l="l"/>
            <a:pathLst>
              <a:path h="1504950" w="1743075">
                <a:moveTo>
                  <a:pt x="0" y="0"/>
                </a:moveTo>
                <a:lnTo>
                  <a:pt x="1743075" y="0"/>
                </a:lnTo>
                <a:lnTo>
                  <a:pt x="17430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33550" y="428625"/>
            <a:ext cx="14820900" cy="1714500"/>
          </a:xfrm>
          <a:custGeom>
            <a:avLst/>
            <a:gdLst/>
            <a:ahLst/>
            <a:cxnLst/>
            <a:rect r="r" b="b" t="t" l="l"/>
            <a:pathLst>
              <a:path h="1714500" w="14820900">
                <a:moveTo>
                  <a:pt x="0" y="0"/>
                </a:moveTo>
                <a:lnTo>
                  <a:pt x="14820900" y="0"/>
                </a:lnTo>
                <a:lnTo>
                  <a:pt x="1482090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 descr="Upscaled image"/>
          <p:cNvSpPr/>
          <p:nvPr/>
        </p:nvSpPr>
        <p:spPr>
          <a:xfrm flipH="false" flipV="false" rot="0">
            <a:off x="1833769" y="2421413"/>
            <a:ext cx="6224381" cy="6967591"/>
          </a:xfrm>
          <a:custGeom>
            <a:avLst/>
            <a:gdLst/>
            <a:ahLst/>
            <a:cxnLst/>
            <a:rect r="r" b="b" t="t" l="l"/>
            <a:pathLst>
              <a:path h="6967591" w="6224381">
                <a:moveTo>
                  <a:pt x="0" y="0"/>
                </a:moveTo>
                <a:lnTo>
                  <a:pt x="6224381" y="0"/>
                </a:lnTo>
                <a:lnTo>
                  <a:pt x="6224381" y="6967591"/>
                </a:lnTo>
                <a:lnTo>
                  <a:pt x="0" y="69675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305550" y="2352675"/>
            <a:ext cx="1971675" cy="1933575"/>
          </a:xfrm>
          <a:custGeom>
            <a:avLst/>
            <a:gdLst/>
            <a:ahLst/>
            <a:cxnLst/>
            <a:rect r="r" b="b" t="t" l="l"/>
            <a:pathLst>
              <a:path h="1933575" w="1971675">
                <a:moveTo>
                  <a:pt x="0" y="0"/>
                </a:moveTo>
                <a:lnTo>
                  <a:pt x="1971675" y="0"/>
                </a:lnTo>
                <a:lnTo>
                  <a:pt x="197167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47700" y="3429000"/>
            <a:ext cx="666750" cy="857250"/>
          </a:xfrm>
          <a:custGeom>
            <a:avLst/>
            <a:gdLst/>
            <a:ahLst/>
            <a:cxnLst/>
            <a:rect r="r" b="b" t="t" l="l"/>
            <a:pathLst>
              <a:path h="857250" w="666750">
                <a:moveTo>
                  <a:pt x="0" y="0"/>
                </a:moveTo>
                <a:lnTo>
                  <a:pt x="666750" y="0"/>
                </a:lnTo>
                <a:lnTo>
                  <a:pt x="6667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66775" y="428625"/>
            <a:ext cx="876300" cy="647700"/>
          </a:xfrm>
          <a:custGeom>
            <a:avLst/>
            <a:gdLst/>
            <a:ahLst/>
            <a:cxnLst/>
            <a:rect r="r" b="b" t="t" l="l"/>
            <a:pathLst>
              <a:path h="647700" w="876300">
                <a:moveTo>
                  <a:pt x="0" y="0"/>
                </a:moveTo>
                <a:lnTo>
                  <a:pt x="876300" y="0"/>
                </a:lnTo>
                <a:lnTo>
                  <a:pt x="87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47700" y="1285875"/>
            <a:ext cx="666750" cy="1076325"/>
          </a:xfrm>
          <a:custGeom>
            <a:avLst/>
            <a:gdLst/>
            <a:ahLst/>
            <a:cxnLst/>
            <a:rect r="r" b="b" t="t" l="l"/>
            <a:pathLst>
              <a:path h="1076325" w="666750">
                <a:moveTo>
                  <a:pt x="0" y="0"/>
                </a:moveTo>
                <a:lnTo>
                  <a:pt x="666750" y="0"/>
                </a:lnTo>
                <a:lnTo>
                  <a:pt x="6667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85850" y="8782050"/>
            <a:ext cx="876300" cy="866775"/>
          </a:xfrm>
          <a:custGeom>
            <a:avLst/>
            <a:gdLst/>
            <a:ahLst/>
            <a:cxnLst/>
            <a:rect r="r" b="b" t="t" l="l"/>
            <a:pathLst>
              <a:path h="866775" w="876300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 descr="Upscaled image"/>
          <p:cNvSpPr/>
          <p:nvPr/>
        </p:nvSpPr>
        <p:spPr>
          <a:xfrm flipH="false" flipV="false" rot="0">
            <a:off x="10067687" y="2290762"/>
            <a:ext cx="6210776" cy="7200900"/>
          </a:xfrm>
          <a:custGeom>
            <a:avLst/>
            <a:gdLst/>
            <a:ahLst/>
            <a:cxnLst/>
            <a:rect r="r" b="b" t="t" l="l"/>
            <a:pathLst>
              <a:path h="7200900" w="6210776">
                <a:moveTo>
                  <a:pt x="0" y="0"/>
                </a:moveTo>
                <a:lnTo>
                  <a:pt x="6210776" y="0"/>
                </a:lnTo>
                <a:lnTo>
                  <a:pt x="6210776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020925" y="2781300"/>
            <a:ext cx="1743075" cy="1724025"/>
          </a:xfrm>
          <a:custGeom>
            <a:avLst/>
            <a:gdLst/>
            <a:ahLst/>
            <a:cxnLst/>
            <a:rect r="r" b="b" t="t" l="l"/>
            <a:pathLst>
              <a:path h="1724025" w="1743075">
                <a:moveTo>
                  <a:pt x="0" y="0"/>
                </a:moveTo>
                <a:lnTo>
                  <a:pt x="1743075" y="0"/>
                </a:lnTo>
                <a:lnTo>
                  <a:pt x="1743075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572625" y="2571750"/>
            <a:ext cx="885825" cy="647700"/>
          </a:xfrm>
          <a:custGeom>
            <a:avLst/>
            <a:gdLst/>
            <a:ahLst/>
            <a:cxnLst/>
            <a:rect r="r" b="b" t="t" l="l"/>
            <a:pathLst>
              <a:path h="647700" w="885825">
                <a:moveTo>
                  <a:pt x="0" y="0"/>
                </a:moveTo>
                <a:lnTo>
                  <a:pt x="885825" y="0"/>
                </a:lnTo>
                <a:lnTo>
                  <a:pt x="8858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267700" y="4286250"/>
            <a:ext cx="1752600" cy="3000375"/>
          </a:xfrm>
          <a:custGeom>
            <a:avLst/>
            <a:gdLst/>
            <a:ahLst/>
            <a:cxnLst/>
            <a:rect r="r" b="b" t="t" l="l"/>
            <a:pathLst>
              <a:path h="3000375" w="1752600">
                <a:moveTo>
                  <a:pt x="0" y="0"/>
                </a:moveTo>
                <a:lnTo>
                  <a:pt x="1752600" y="0"/>
                </a:lnTo>
                <a:lnTo>
                  <a:pt x="1752600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829550" y="4067175"/>
            <a:ext cx="1104900" cy="866775"/>
          </a:xfrm>
          <a:custGeom>
            <a:avLst/>
            <a:gdLst/>
            <a:ahLst/>
            <a:cxnLst/>
            <a:rect r="r" b="b" t="t" l="l"/>
            <a:pathLst>
              <a:path h="866775" w="1104900">
                <a:moveTo>
                  <a:pt x="0" y="0"/>
                </a:moveTo>
                <a:lnTo>
                  <a:pt x="1104900" y="0"/>
                </a:lnTo>
                <a:lnTo>
                  <a:pt x="11049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353550" y="6858000"/>
            <a:ext cx="885825" cy="857250"/>
          </a:xfrm>
          <a:custGeom>
            <a:avLst/>
            <a:gdLst/>
            <a:ahLst/>
            <a:cxnLst/>
            <a:rect r="r" b="b" t="t" l="l"/>
            <a:pathLst>
              <a:path h="857250" w="885825">
                <a:moveTo>
                  <a:pt x="0" y="0"/>
                </a:moveTo>
                <a:lnTo>
                  <a:pt x="885825" y="0"/>
                </a:lnTo>
                <a:lnTo>
                  <a:pt x="8858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544925" y="428625"/>
            <a:ext cx="876300" cy="1076325"/>
          </a:xfrm>
          <a:custGeom>
            <a:avLst/>
            <a:gdLst/>
            <a:ahLst/>
            <a:cxnLst/>
            <a:rect r="r" b="b" t="t" l="l"/>
            <a:pathLst>
              <a:path h="1076325" w="876300">
                <a:moveTo>
                  <a:pt x="0" y="0"/>
                </a:moveTo>
                <a:lnTo>
                  <a:pt x="876300" y="0"/>
                </a:lnTo>
                <a:lnTo>
                  <a:pt x="8763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6764000" y="7715250"/>
            <a:ext cx="876300" cy="857250"/>
          </a:xfrm>
          <a:custGeom>
            <a:avLst/>
            <a:gdLst/>
            <a:ahLst/>
            <a:cxnLst/>
            <a:rect r="r" b="b" t="t" l="l"/>
            <a:pathLst>
              <a:path h="857250" w="876300">
                <a:moveTo>
                  <a:pt x="0" y="0"/>
                </a:moveTo>
                <a:lnTo>
                  <a:pt x="876300" y="0"/>
                </a:lnTo>
                <a:lnTo>
                  <a:pt x="876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6325850" y="8782050"/>
            <a:ext cx="876300" cy="866775"/>
          </a:xfrm>
          <a:custGeom>
            <a:avLst/>
            <a:gdLst/>
            <a:ahLst/>
            <a:cxnLst/>
            <a:rect r="r" b="b" t="t" l="l"/>
            <a:pathLst>
              <a:path h="866775" w="876300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0" id="20" descr="Upscaled image"/>
          <p:cNvSpPr/>
          <p:nvPr/>
        </p:nvSpPr>
        <p:spPr>
          <a:xfrm flipH="false" flipV="false" rot="98337">
            <a:off x="10881371" y="3637700"/>
            <a:ext cx="4802483" cy="3868000"/>
          </a:xfrm>
          <a:custGeom>
            <a:avLst/>
            <a:gdLst/>
            <a:ahLst/>
            <a:cxnLst/>
            <a:rect r="r" b="b" t="t" l="l"/>
            <a:pathLst>
              <a:path h="3868000" w="4802483">
                <a:moveTo>
                  <a:pt x="0" y="0"/>
                </a:moveTo>
                <a:lnTo>
                  <a:pt x="4802483" y="0"/>
                </a:lnTo>
                <a:lnTo>
                  <a:pt x="4802483" y="3868000"/>
                </a:lnTo>
                <a:lnTo>
                  <a:pt x="0" y="386800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21" id="21" descr="Upscaled image"/>
          <p:cNvSpPr/>
          <p:nvPr/>
        </p:nvSpPr>
        <p:spPr>
          <a:xfrm flipH="false" flipV="false" rot="0">
            <a:off x="2801030" y="3359642"/>
            <a:ext cx="4408714" cy="4114800"/>
          </a:xfrm>
          <a:custGeom>
            <a:avLst/>
            <a:gdLst/>
            <a:ahLst/>
            <a:cxnLst/>
            <a:rect r="r" b="b" t="t" l="l"/>
            <a:pathLst>
              <a:path h="4114800" w="4408714">
                <a:moveTo>
                  <a:pt x="0" y="0"/>
                </a:moveTo>
                <a:lnTo>
                  <a:pt x="4408715" y="0"/>
                </a:lnTo>
                <a:lnTo>
                  <a:pt x="440871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5288768" y="850409"/>
            <a:ext cx="2189877" cy="1992788"/>
          </a:xfrm>
          <a:custGeom>
            <a:avLst/>
            <a:gdLst/>
            <a:ahLst/>
            <a:cxnLst/>
            <a:rect r="r" b="b" t="t" l="l"/>
            <a:pathLst>
              <a:path h="1992788" w="2189877">
                <a:moveTo>
                  <a:pt x="0" y="0"/>
                </a:moveTo>
                <a:lnTo>
                  <a:pt x="2189877" y="0"/>
                </a:lnTo>
                <a:lnTo>
                  <a:pt x="2189877" y="1992788"/>
                </a:lnTo>
                <a:lnTo>
                  <a:pt x="0" y="1992788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2999232" y="1211865"/>
            <a:ext cx="12289536" cy="634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47"/>
              </a:lnSpc>
            </a:pPr>
            <a:r>
              <a:rPr lang="en-US" b="true" sz="4747" spc="-94">
                <a:solidFill>
                  <a:srgbClr val="FFFFFF"/>
                </a:solidFill>
                <a:latin typeface="Asap Bold"/>
                <a:ea typeface="Asap Bold"/>
                <a:cs typeface="Asap Bold"/>
                <a:sym typeface="Asap Bold"/>
              </a:rPr>
              <a:t>Trò Chơi: Thẻ Xanh Tuyệt Vời – Thẻ Đỏ Dừng Lại!</a:t>
            </a:r>
          </a:p>
        </p:txBody>
      </p:sp>
      <p:sp>
        <p:nvSpPr>
          <p:cNvPr name="TextBox 24" id="24"/>
          <p:cNvSpPr txBox="true"/>
          <p:nvPr/>
        </p:nvSpPr>
        <p:spPr>
          <a:xfrm rot="-226800">
            <a:off x="2742891" y="7627354"/>
            <a:ext cx="4681728" cy="1297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9"/>
              </a:lnSpc>
            </a:pPr>
            <a:r>
              <a:rPr lang="en-US" sz="2939" spc="-58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Giơ Thẻ Xanh cho hành động</a:t>
            </a:r>
          </a:p>
          <a:p>
            <a:pPr algn="ctr">
              <a:lnSpc>
                <a:spcPts val="3439"/>
              </a:lnSpc>
            </a:pPr>
            <a:r>
              <a:rPr lang="en-US" sz="2939" spc="-58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BẢO VỆ môi trường!</a:t>
            </a:r>
          </a:p>
          <a:p>
            <a:pPr algn="ctr">
              <a:lnSpc>
                <a:spcPts val="3439"/>
              </a:lnSpc>
            </a:pPr>
            <a:r>
              <a:rPr lang="en-US" sz="2939" spc="-58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Trái Đất rất thích!</a:t>
            </a:r>
          </a:p>
        </p:txBody>
      </p:sp>
      <p:sp>
        <p:nvSpPr>
          <p:cNvPr name="TextBox 25" id="25"/>
          <p:cNvSpPr txBox="true"/>
          <p:nvPr/>
        </p:nvSpPr>
        <p:spPr>
          <a:xfrm rot="226800">
            <a:off x="11119413" y="7586206"/>
            <a:ext cx="4224528" cy="1297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9"/>
              </a:lnSpc>
            </a:pPr>
            <a:r>
              <a:rPr lang="en-US" sz="2939" spc="-58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Giơ Thẻ Đỏ cho hành động</a:t>
            </a:r>
          </a:p>
          <a:p>
            <a:pPr algn="ctr">
              <a:lnSpc>
                <a:spcPts val="3439"/>
              </a:lnSpc>
            </a:pPr>
            <a:r>
              <a:rPr lang="en-US" sz="2939" spc="-58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LÀM ĐAU môi trường!</a:t>
            </a:r>
          </a:p>
          <a:p>
            <a:pPr algn="ctr">
              <a:lnSpc>
                <a:spcPts val="3439"/>
              </a:lnSpc>
            </a:pPr>
            <a:r>
              <a:rPr lang="en-US" sz="2939" spc="-58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Trái Đất sẽ buồn lắm!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47700" y="209550"/>
            <a:ext cx="2838450" cy="1724025"/>
          </a:xfrm>
          <a:custGeom>
            <a:avLst/>
            <a:gdLst/>
            <a:ahLst/>
            <a:cxnLst/>
            <a:rect r="r" b="b" t="t" l="l"/>
            <a:pathLst>
              <a:path h="1724025" w="2838450">
                <a:moveTo>
                  <a:pt x="0" y="0"/>
                </a:moveTo>
                <a:lnTo>
                  <a:pt x="2838450" y="0"/>
                </a:lnTo>
                <a:lnTo>
                  <a:pt x="2838450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24000" y="638175"/>
            <a:ext cx="15240000" cy="1504950"/>
          </a:xfrm>
          <a:custGeom>
            <a:avLst/>
            <a:gdLst/>
            <a:ahLst/>
            <a:cxnLst/>
            <a:rect r="r" b="b" t="t" l="l"/>
            <a:pathLst>
              <a:path h="1504950" w="15240000">
                <a:moveTo>
                  <a:pt x="0" y="0"/>
                </a:moveTo>
                <a:lnTo>
                  <a:pt x="15240000" y="0"/>
                </a:lnTo>
                <a:lnTo>
                  <a:pt x="152400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38528" y="1008274"/>
            <a:ext cx="14410944" cy="742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8"/>
              </a:lnSpc>
            </a:pPr>
            <a:r>
              <a:rPr lang="en-US" b="true" sz="5598" spc="-167">
                <a:solidFill>
                  <a:srgbClr val="FFF9F1"/>
                </a:solidFill>
                <a:latin typeface="Asap Bold"/>
                <a:ea typeface="Asap Bold"/>
                <a:cs typeface="Asap Bold"/>
                <a:sym typeface="Asap Bold"/>
              </a:rPr>
              <a:t>Bạn sẽ giờ </a:t>
            </a:r>
            <a:r>
              <a:rPr lang="en-US" b="true" sz="5598" spc="-167">
                <a:solidFill>
                  <a:srgbClr val="7ED957"/>
                </a:solidFill>
                <a:latin typeface="Asap Bold"/>
                <a:ea typeface="Asap Bold"/>
                <a:cs typeface="Asap Bold"/>
                <a:sym typeface="Asap Bold"/>
              </a:rPr>
              <a:t>thẻ màu gì</a:t>
            </a:r>
            <a:r>
              <a:rPr lang="en-US" b="true" sz="5598" spc="-167">
                <a:solidFill>
                  <a:srgbClr val="FFF9F1"/>
                </a:solidFill>
                <a:latin typeface="Asap Bold"/>
                <a:ea typeface="Asap Bold"/>
                <a:cs typeface="Asap Bold"/>
                <a:sym typeface="Asap Bold"/>
              </a:rPr>
              <a:t> cho những hành động này?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47700" y="2781300"/>
            <a:ext cx="1533525" cy="2152650"/>
          </a:xfrm>
          <a:custGeom>
            <a:avLst/>
            <a:gdLst/>
            <a:ahLst/>
            <a:cxnLst/>
            <a:rect r="r" b="b" t="t" l="l"/>
            <a:pathLst>
              <a:path h="2152650" w="1533525">
                <a:moveTo>
                  <a:pt x="0" y="0"/>
                </a:moveTo>
                <a:lnTo>
                  <a:pt x="1533525" y="0"/>
                </a:lnTo>
                <a:lnTo>
                  <a:pt x="1533525" y="2152650"/>
                </a:lnTo>
                <a:lnTo>
                  <a:pt x="0" y="21526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85850" y="4924425"/>
            <a:ext cx="1314450" cy="2790825"/>
          </a:xfrm>
          <a:custGeom>
            <a:avLst/>
            <a:gdLst/>
            <a:ahLst/>
            <a:cxnLst/>
            <a:rect r="r" b="b" t="t" l="l"/>
            <a:pathLst>
              <a:path h="2790825" w="1314450">
                <a:moveTo>
                  <a:pt x="0" y="0"/>
                </a:moveTo>
                <a:lnTo>
                  <a:pt x="1314450" y="0"/>
                </a:lnTo>
                <a:lnTo>
                  <a:pt x="1314450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0" y="7924800"/>
            <a:ext cx="2181225" cy="2362200"/>
          </a:xfrm>
          <a:custGeom>
            <a:avLst/>
            <a:gdLst/>
            <a:ahLst/>
            <a:cxnLst/>
            <a:rect r="r" b="b" t="t" l="l"/>
            <a:pathLst>
              <a:path h="2362200" w="2181225">
                <a:moveTo>
                  <a:pt x="0" y="0"/>
                </a:moveTo>
                <a:lnTo>
                  <a:pt x="2181225" y="0"/>
                </a:lnTo>
                <a:lnTo>
                  <a:pt x="2181225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449550" y="2143125"/>
            <a:ext cx="1971675" cy="1504950"/>
          </a:xfrm>
          <a:custGeom>
            <a:avLst/>
            <a:gdLst/>
            <a:ahLst/>
            <a:cxnLst/>
            <a:rect r="r" b="b" t="t" l="l"/>
            <a:pathLst>
              <a:path h="1504950" w="1971675">
                <a:moveTo>
                  <a:pt x="0" y="0"/>
                </a:moveTo>
                <a:lnTo>
                  <a:pt x="1971675" y="0"/>
                </a:lnTo>
                <a:lnTo>
                  <a:pt x="19716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106775" y="4714875"/>
            <a:ext cx="1095375" cy="2571750"/>
          </a:xfrm>
          <a:custGeom>
            <a:avLst/>
            <a:gdLst/>
            <a:ahLst/>
            <a:cxnLst/>
            <a:rect r="r" b="b" t="t" l="l"/>
            <a:pathLst>
              <a:path h="2571750" w="1095375">
                <a:moveTo>
                  <a:pt x="0" y="0"/>
                </a:moveTo>
                <a:lnTo>
                  <a:pt x="1095375" y="0"/>
                </a:lnTo>
                <a:lnTo>
                  <a:pt x="1095375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668625" y="8143875"/>
            <a:ext cx="1971675" cy="1714500"/>
          </a:xfrm>
          <a:custGeom>
            <a:avLst/>
            <a:gdLst/>
            <a:ahLst/>
            <a:cxnLst/>
            <a:rect r="r" b="b" t="t" l="l"/>
            <a:pathLst>
              <a:path h="1714500" w="1971675">
                <a:moveTo>
                  <a:pt x="0" y="0"/>
                </a:moveTo>
                <a:lnTo>
                  <a:pt x="1971675" y="0"/>
                </a:lnTo>
                <a:lnTo>
                  <a:pt x="197167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390775" y="2352675"/>
            <a:ext cx="4362450" cy="3648075"/>
          </a:xfrm>
          <a:custGeom>
            <a:avLst/>
            <a:gdLst/>
            <a:ahLst/>
            <a:cxnLst/>
            <a:rect r="r" b="b" t="t" l="l"/>
            <a:pathLst>
              <a:path h="3648075" w="4362450">
                <a:moveTo>
                  <a:pt x="0" y="0"/>
                </a:moveTo>
                <a:lnTo>
                  <a:pt x="4362450" y="0"/>
                </a:lnTo>
                <a:lnTo>
                  <a:pt x="4362450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609850" y="2571750"/>
            <a:ext cx="3924300" cy="2571750"/>
          </a:xfrm>
          <a:custGeom>
            <a:avLst/>
            <a:gdLst/>
            <a:ahLst/>
            <a:cxnLst/>
            <a:rect r="r" b="b" t="t" l="l"/>
            <a:pathLst>
              <a:path h="2571750" w="3924300">
                <a:moveTo>
                  <a:pt x="0" y="0"/>
                </a:moveTo>
                <a:lnTo>
                  <a:pt x="3924300" y="0"/>
                </a:lnTo>
                <a:lnTo>
                  <a:pt x="3924300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952625" y="2143125"/>
            <a:ext cx="1533525" cy="1285875"/>
          </a:xfrm>
          <a:custGeom>
            <a:avLst/>
            <a:gdLst/>
            <a:ahLst/>
            <a:cxnLst/>
            <a:rect r="r" b="b" t="t" l="l"/>
            <a:pathLst>
              <a:path h="1285875" w="1533525">
                <a:moveTo>
                  <a:pt x="0" y="0"/>
                </a:moveTo>
                <a:lnTo>
                  <a:pt x="1533525" y="0"/>
                </a:lnTo>
                <a:lnTo>
                  <a:pt x="15335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657850" y="2143125"/>
            <a:ext cx="438150" cy="857250"/>
          </a:xfrm>
          <a:custGeom>
            <a:avLst/>
            <a:gdLst/>
            <a:ahLst/>
            <a:cxnLst/>
            <a:rect r="r" b="b" t="t" l="l"/>
            <a:pathLst>
              <a:path h="857250" w="438150">
                <a:moveTo>
                  <a:pt x="0" y="0"/>
                </a:moveTo>
                <a:lnTo>
                  <a:pt x="438150" y="0"/>
                </a:lnTo>
                <a:lnTo>
                  <a:pt x="4381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907792" y="5239011"/>
            <a:ext cx="3401568" cy="578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7"/>
              </a:lnSpc>
            </a:pPr>
            <a:r>
              <a:rPr lang="en-US" b="true" sz="2088" spc="-62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Một bạn nhỏ đang bỏ vỏ chuối</a:t>
            </a:r>
          </a:p>
          <a:p>
            <a:pPr algn="ctr">
              <a:lnSpc>
                <a:spcPts val="2297"/>
              </a:lnSpc>
            </a:pPr>
            <a:r>
              <a:rPr lang="en-US" b="true" sz="2088" spc="-62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vào thùng rác cần thận.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9791700" y="2352675"/>
            <a:ext cx="4143375" cy="3648075"/>
          </a:xfrm>
          <a:custGeom>
            <a:avLst/>
            <a:gdLst/>
            <a:ahLst/>
            <a:cxnLst/>
            <a:rect r="r" b="b" t="t" l="l"/>
            <a:pathLst>
              <a:path h="3648075" w="4143375">
                <a:moveTo>
                  <a:pt x="0" y="0"/>
                </a:moveTo>
                <a:lnTo>
                  <a:pt x="4143375" y="0"/>
                </a:lnTo>
                <a:lnTo>
                  <a:pt x="4143375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010775" y="2571750"/>
            <a:ext cx="3705225" cy="2571750"/>
          </a:xfrm>
          <a:custGeom>
            <a:avLst/>
            <a:gdLst/>
            <a:ahLst/>
            <a:cxnLst/>
            <a:rect r="r" b="b" t="t" l="l"/>
            <a:pathLst>
              <a:path h="2571750" w="3705225">
                <a:moveTo>
                  <a:pt x="0" y="0"/>
                </a:moveTo>
                <a:lnTo>
                  <a:pt x="3705225" y="0"/>
                </a:lnTo>
                <a:lnTo>
                  <a:pt x="3705225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3058775" y="2143125"/>
            <a:ext cx="657225" cy="857250"/>
          </a:xfrm>
          <a:custGeom>
            <a:avLst/>
            <a:gdLst/>
            <a:ahLst/>
            <a:cxnLst/>
            <a:rect r="r" b="b" t="t" l="l"/>
            <a:pathLst>
              <a:path h="857250" w="657225">
                <a:moveTo>
                  <a:pt x="0" y="0"/>
                </a:moveTo>
                <a:lnTo>
                  <a:pt x="657225" y="0"/>
                </a:lnTo>
                <a:lnTo>
                  <a:pt x="6572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572625" y="2143125"/>
            <a:ext cx="1314450" cy="1285875"/>
          </a:xfrm>
          <a:custGeom>
            <a:avLst/>
            <a:gdLst/>
            <a:ahLst/>
            <a:cxnLst/>
            <a:rect r="r" b="b" t="t" l="l"/>
            <a:pathLst>
              <a:path h="1285875" w="1314450">
                <a:moveTo>
                  <a:pt x="0" y="0"/>
                </a:moveTo>
                <a:lnTo>
                  <a:pt x="1314450" y="0"/>
                </a:lnTo>
                <a:lnTo>
                  <a:pt x="13144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0359321" y="5239011"/>
            <a:ext cx="3256926" cy="578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7"/>
              </a:lnSpc>
            </a:pPr>
            <a:r>
              <a:rPr lang="en-US" b="true" sz="2088" spc="-62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Bàn tay xinh đang bẻ gãy</a:t>
            </a:r>
          </a:p>
          <a:p>
            <a:pPr algn="ctr">
              <a:lnSpc>
                <a:spcPts val="2297"/>
              </a:lnSpc>
            </a:pPr>
            <a:r>
              <a:rPr lang="en-US" b="true" sz="2088" spc="-62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cảnh cây non.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2390775" y="6210300"/>
            <a:ext cx="4362450" cy="3867150"/>
          </a:xfrm>
          <a:custGeom>
            <a:avLst/>
            <a:gdLst/>
            <a:ahLst/>
            <a:cxnLst/>
            <a:rect r="r" b="b" t="t" l="l"/>
            <a:pathLst>
              <a:path h="3867150" w="4362450">
                <a:moveTo>
                  <a:pt x="0" y="0"/>
                </a:moveTo>
                <a:lnTo>
                  <a:pt x="4362450" y="0"/>
                </a:lnTo>
                <a:lnTo>
                  <a:pt x="4362450" y="3867150"/>
                </a:lnTo>
                <a:lnTo>
                  <a:pt x="0" y="386715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2828925" y="6429375"/>
            <a:ext cx="3705225" cy="2790825"/>
          </a:xfrm>
          <a:custGeom>
            <a:avLst/>
            <a:gdLst/>
            <a:ahLst/>
            <a:cxnLst/>
            <a:rect r="r" b="b" t="t" l="l"/>
            <a:pathLst>
              <a:path h="2790825" w="3705225">
                <a:moveTo>
                  <a:pt x="0" y="0"/>
                </a:moveTo>
                <a:lnTo>
                  <a:pt x="3705225" y="0"/>
                </a:lnTo>
                <a:lnTo>
                  <a:pt x="3705225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2171700" y="6000750"/>
            <a:ext cx="1533525" cy="1285875"/>
          </a:xfrm>
          <a:custGeom>
            <a:avLst/>
            <a:gdLst/>
            <a:ahLst/>
            <a:cxnLst/>
            <a:rect r="r" b="b" t="t" l="l"/>
            <a:pathLst>
              <a:path h="1285875" w="1533525">
                <a:moveTo>
                  <a:pt x="0" y="0"/>
                </a:moveTo>
                <a:lnTo>
                  <a:pt x="1533525" y="0"/>
                </a:lnTo>
                <a:lnTo>
                  <a:pt x="15335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5876925" y="6000750"/>
            <a:ext cx="438150" cy="1076325"/>
          </a:xfrm>
          <a:custGeom>
            <a:avLst/>
            <a:gdLst/>
            <a:ahLst/>
            <a:cxnLst/>
            <a:rect r="r" b="b" t="t" l="l"/>
            <a:pathLst>
              <a:path h="1076325" w="438150">
                <a:moveTo>
                  <a:pt x="0" y="0"/>
                </a:moveTo>
                <a:lnTo>
                  <a:pt x="438150" y="0"/>
                </a:lnTo>
                <a:lnTo>
                  <a:pt x="4381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2999232" y="9106923"/>
            <a:ext cx="3511296" cy="578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7"/>
              </a:lnSpc>
            </a:pPr>
            <a:r>
              <a:rPr lang="en-US" b="true" sz="2088" spc="-62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Căn phòng không người nhưng</a:t>
            </a:r>
          </a:p>
          <a:p>
            <a:pPr algn="ctr">
              <a:lnSpc>
                <a:spcPts val="2297"/>
              </a:lnSpc>
            </a:pPr>
            <a:r>
              <a:rPr lang="en-US" b="true" sz="2088" spc="-62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đèn và quạt vẫn còn hoạt động.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0010775" y="6210300"/>
            <a:ext cx="4143375" cy="3867150"/>
          </a:xfrm>
          <a:custGeom>
            <a:avLst/>
            <a:gdLst/>
            <a:ahLst/>
            <a:cxnLst/>
            <a:rect r="r" b="b" t="t" l="l"/>
            <a:pathLst>
              <a:path h="3867150" w="4143375">
                <a:moveTo>
                  <a:pt x="0" y="0"/>
                </a:moveTo>
                <a:lnTo>
                  <a:pt x="4143375" y="0"/>
                </a:lnTo>
                <a:lnTo>
                  <a:pt x="4143375" y="3867150"/>
                </a:lnTo>
                <a:lnTo>
                  <a:pt x="0" y="386715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0229850" y="6429375"/>
            <a:ext cx="3705225" cy="2790825"/>
          </a:xfrm>
          <a:custGeom>
            <a:avLst/>
            <a:gdLst/>
            <a:ahLst/>
            <a:cxnLst/>
            <a:rect r="r" b="b" t="t" l="l"/>
            <a:pathLst>
              <a:path h="2790825" w="3705225">
                <a:moveTo>
                  <a:pt x="0" y="0"/>
                </a:moveTo>
                <a:lnTo>
                  <a:pt x="3705225" y="0"/>
                </a:lnTo>
                <a:lnTo>
                  <a:pt x="3705225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9572625" y="6000750"/>
            <a:ext cx="1533525" cy="1285875"/>
          </a:xfrm>
          <a:custGeom>
            <a:avLst/>
            <a:gdLst/>
            <a:ahLst/>
            <a:cxnLst/>
            <a:rect r="r" b="b" t="t" l="l"/>
            <a:pathLst>
              <a:path h="1285875" w="1533525">
                <a:moveTo>
                  <a:pt x="0" y="0"/>
                </a:moveTo>
                <a:lnTo>
                  <a:pt x="1533525" y="0"/>
                </a:lnTo>
                <a:lnTo>
                  <a:pt x="15335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3277850" y="6000750"/>
            <a:ext cx="438150" cy="1076325"/>
          </a:xfrm>
          <a:custGeom>
            <a:avLst/>
            <a:gdLst/>
            <a:ahLst/>
            <a:cxnLst/>
            <a:rect r="r" b="b" t="t" l="l"/>
            <a:pathLst>
              <a:path h="1076325" w="438150">
                <a:moveTo>
                  <a:pt x="0" y="0"/>
                </a:moveTo>
                <a:lnTo>
                  <a:pt x="438150" y="0"/>
                </a:lnTo>
                <a:lnTo>
                  <a:pt x="4381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0369296" y="9106923"/>
            <a:ext cx="3584448" cy="578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7"/>
              </a:lnSpc>
            </a:pPr>
            <a:r>
              <a:rPr lang="en-US" b="true" sz="2088" spc="-62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Một bạn nhỏ tắt công tác đèn</a:t>
            </a:r>
          </a:p>
          <a:p>
            <a:pPr algn="ctr">
              <a:lnSpc>
                <a:spcPts val="2297"/>
              </a:lnSpc>
            </a:pPr>
            <a:r>
              <a:rPr lang="en-US" b="true" sz="2088" spc="-62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trước khi tan học.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7975680" y="5286195"/>
            <a:ext cx="1596945" cy="1419285"/>
          </a:xfrm>
          <a:custGeom>
            <a:avLst/>
            <a:gdLst/>
            <a:ahLst/>
            <a:cxnLst/>
            <a:rect r="r" b="b" t="t" l="l"/>
            <a:pathLst>
              <a:path h="1419285" w="1596945">
                <a:moveTo>
                  <a:pt x="0" y="0"/>
                </a:moveTo>
                <a:lnTo>
                  <a:pt x="1596945" y="0"/>
                </a:lnTo>
                <a:lnTo>
                  <a:pt x="1596945" y="1419285"/>
                </a:lnTo>
                <a:lnTo>
                  <a:pt x="0" y="1419285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47700" y="209550"/>
            <a:ext cx="2838450" cy="1724025"/>
          </a:xfrm>
          <a:custGeom>
            <a:avLst/>
            <a:gdLst/>
            <a:ahLst/>
            <a:cxnLst/>
            <a:rect r="r" b="b" t="t" l="l"/>
            <a:pathLst>
              <a:path h="1724025" w="2838450">
                <a:moveTo>
                  <a:pt x="0" y="0"/>
                </a:moveTo>
                <a:lnTo>
                  <a:pt x="2838450" y="0"/>
                </a:lnTo>
                <a:lnTo>
                  <a:pt x="2838450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24000" y="638175"/>
            <a:ext cx="15240000" cy="1504950"/>
          </a:xfrm>
          <a:custGeom>
            <a:avLst/>
            <a:gdLst/>
            <a:ahLst/>
            <a:cxnLst/>
            <a:rect r="r" b="b" t="t" l="l"/>
            <a:pathLst>
              <a:path h="1504950" w="15240000">
                <a:moveTo>
                  <a:pt x="0" y="0"/>
                </a:moveTo>
                <a:lnTo>
                  <a:pt x="15240000" y="0"/>
                </a:lnTo>
                <a:lnTo>
                  <a:pt x="152400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38528" y="1008274"/>
            <a:ext cx="14410944" cy="742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8"/>
              </a:lnSpc>
            </a:pPr>
            <a:r>
              <a:rPr lang="en-US" b="true" sz="5598" spc="-167">
                <a:solidFill>
                  <a:srgbClr val="FFF9F1"/>
                </a:solidFill>
                <a:latin typeface="Asap Bold"/>
                <a:ea typeface="Asap Bold"/>
                <a:cs typeface="Asap Bold"/>
                <a:sym typeface="Asap Bold"/>
              </a:rPr>
              <a:t>Bạn sẽ giờ </a:t>
            </a:r>
            <a:r>
              <a:rPr lang="en-US" b="true" sz="5598" spc="-167">
                <a:solidFill>
                  <a:srgbClr val="7ED957"/>
                </a:solidFill>
                <a:latin typeface="Asap Bold"/>
                <a:ea typeface="Asap Bold"/>
                <a:cs typeface="Asap Bold"/>
                <a:sym typeface="Asap Bold"/>
              </a:rPr>
              <a:t>thẻ màu gì</a:t>
            </a:r>
            <a:r>
              <a:rPr lang="en-US" b="true" sz="5598" spc="-167">
                <a:solidFill>
                  <a:srgbClr val="FFF9F1"/>
                </a:solidFill>
                <a:latin typeface="Asap Bold"/>
                <a:ea typeface="Asap Bold"/>
                <a:cs typeface="Asap Bold"/>
                <a:sym typeface="Asap Bold"/>
              </a:rPr>
              <a:t> cho những hành động này?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47700" y="2781300"/>
            <a:ext cx="1533525" cy="2152650"/>
          </a:xfrm>
          <a:custGeom>
            <a:avLst/>
            <a:gdLst/>
            <a:ahLst/>
            <a:cxnLst/>
            <a:rect r="r" b="b" t="t" l="l"/>
            <a:pathLst>
              <a:path h="2152650" w="1533525">
                <a:moveTo>
                  <a:pt x="0" y="0"/>
                </a:moveTo>
                <a:lnTo>
                  <a:pt x="1533525" y="0"/>
                </a:lnTo>
                <a:lnTo>
                  <a:pt x="1533525" y="2152650"/>
                </a:lnTo>
                <a:lnTo>
                  <a:pt x="0" y="21526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85850" y="4924425"/>
            <a:ext cx="1314450" cy="2790825"/>
          </a:xfrm>
          <a:custGeom>
            <a:avLst/>
            <a:gdLst/>
            <a:ahLst/>
            <a:cxnLst/>
            <a:rect r="r" b="b" t="t" l="l"/>
            <a:pathLst>
              <a:path h="2790825" w="1314450">
                <a:moveTo>
                  <a:pt x="0" y="0"/>
                </a:moveTo>
                <a:lnTo>
                  <a:pt x="1314450" y="0"/>
                </a:lnTo>
                <a:lnTo>
                  <a:pt x="1314450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0" y="7924800"/>
            <a:ext cx="2181225" cy="2362200"/>
          </a:xfrm>
          <a:custGeom>
            <a:avLst/>
            <a:gdLst/>
            <a:ahLst/>
            <a:cxnLst/>
            <a:rect r="r" b="b" t="t" l="l"/>
            <a:pathLst>
              <a:path h="2362200" w="2181225">
                <a:moveTo>
                  <a:pt x="0" y="0"/>
                </a:moveTo>
                <a:lnTo>
                  <a:pt x="2181225" y="0"/>
                </a:lnTo>
                <a:lnTo>
                  <a:pt x="2181225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449550" y="2143125"/>
            <a:ext cx="1971675" cy="1504950"/>
          </a:xfrm>
          <a:custGeom>
            <a:avLst/>
            <a:gdLst/>
            <a:ahLst/>
            <a:cxnLst/>
            <a:rect r="r" b="b" t="t" l="l"/>
            <a:pathLst>
              <a:path h="1504950" w="1971675">
                <a:moveTo>
                  <a:pt x="0" y="0"/>
                </a:moveTo>
                <a:lnTo>
                  <a:pt x="1971675" y="0"/>
                </a:lnTo>
                <a:lnTo>
                  <a:pt x="19716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106775" y="4714875"/>
            <a:ext cx="1095375" cy="2571750"/>
          </a:xfrm>
          <a:custGeom>
            <a:avLst/>
            <a:gdLst/>
            <a:ahLst/>
            <a:cxnLst/>
            <a:rect r="r" b="b" t="t" l="l"/>
            <a:pathLst>
              <a:path h="2571750" w="1095375">
                <a:moveTo>
                  <a:pt x="0" y="0"/>
                </a:moveTo>
                <a:lnTo>
                  <a:pt x="1095375" y="0"/>
                </a:lnTo>
                <a:lnTo>
                  <a:pt x="1095375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668625" y="8143875"/>
            <a:ext cx="1971675" cy="1714500"/>
          </a:xfrm>
          <a:custGeom>
            <a:avLst/>
            <a:gdLst/>
            <a:ahLst/>
            <a:cxnLst/>
            <a:rect r="r" b="b" t="t" l="l"/>
            <a:pathLst>
              <a:path h="1714500" w="1971675">
                <a:moveTo>
                  <a:pt x="0" y="0"/>
                </a:moveTo>
                <a:lnTo>
                  <a:pt x="1971675" y="0"/>
                </a:lnTo>
                <a:lnTo>
                  <a:pt x="197167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390775" y="2352675"/>
            <a:ext cx="4362450" cy="3648075"/>
          </a:xfrm>
          <a:custGeom>
            <a:avLst/>
            <a:gdLst/>
            <a:ahLst/>
            <a:cxnLst/>
            <a:rect r="r" b="b" t="t" l="l"/>
            <a:pathLst>
              <a:path h="3648075" w="4362450">
                <a:moveTo>
                  <a:pt x="0" y="0"/>
                </a:moveTo>
                <a:lnTo>
                  <a:pt x="4362450" y="0"/>
                </a:lnTo>
                <a:lnTo>
                  <a:pt x="4362450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609850" y="2571750"/>
            <a:ext cx="3924300" cy="2571750"/>
          </a:xfrm>
          <a:custGeom>
            <a:avLst/>
            <a:gdLst/>
            <a:ahLst/>
            <a:cxnLst/>
            <a:rect r="r" b="b" t="t" l="l"/>
            <a:pathLst>
              <a:path h="2571750" w="3924300">
                <a:moveTo>
                  <a:pt x="0" y="0"/>
                </a:moveTo>
                <a:lnTo>
                  <a:pt x="3924300" y="0"/>
                </a:lnTo>
                <a:lnTo>
                  <a:pt x="3924300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952625" y="2143125"/>
            <a:ext cx="1533525" cy="1285875"/>
          </a:xfrm>
          <a:custGeom>
            <a:avLst/>
            <a:gdLst/>
            <a:ahLst/>
            <a:cxnLst/>
            <a:rect r="r" b="b" t="t" l="l"/>
            <a:pathLst>
              <a:path h="1285875" w="1533525">
                <a:moveTo>
                  <a:pt x="0" y="0"/>
                </a:moveTo>
                <a:lnTo>
                  <a:pt x="1533525" y="0"/>
                </a:lnTo>
                <a:lnTo>
                  <a:pt x="15335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657850" y="2143125"/>
            <a:ext cx="438150" cy="857250"/>
          </a:xfrm>
          <a:custGeom>
            <a:avLst/>
            <a:gdLst/>
            <a:ahLst/>
            <a:cxnLst/>
            <a:rect r="r" b="b" t="t" l="l"/>
            <a:pathLst>
              <a:path h="857250" w="438150">
                <a:moveTo>
                  <a:pt x="0" y="0"/>
                </a:moveTo>
                <a:lnTo>
                  <a:pt x="438150" y="0"/>
                </a:lnTo>
                <a:lnTo>
                  <a:pt x="4381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907792" y="5239011"/>
            <a:ext cx="3401568" cy="578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7"/>
              </a:lnSpc>
            </a:pPr>
            <a:r>
              <a:rPr lang="en-US" b="true" sz="2088" spc="-62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Một bạn nhỏ đang bỏ vỏ chuối</a:t>
            </a:r>
          </a:p>
          <a:p>
            <a:pPr algn="ctr">
              <a:lnSpc>
                <a:spcPts val="2297"/>
              </a:lnSpc>
            </a:pPr>
            <a:r>
              <a:rPr lang="en-US" b="true" sz="2088" spc="-62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vào thùng rác cần thận.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6524625" y="3209925"/>
            <a:ext cx="2409825" cy="1933575"/>
          </a:xfrm>
          <a:custGeom>
            <a:avLst/>
            <a:gdLst/>
            <a:ahLst/>
            <a:cxnLst/>
            <a:rect r="r" b="b" t="t" l="l"/>
            <a:pathLst>
              <a:path h="1933575" w="2409825">
                <a:moveTo>
                  <a:pt x="0" y="0"/>
                </a:moveTo>
                <a:lnTo>
                  <a:pt x="2409825" y="0"/>
                </a:lnTo>
                <a:lnTo>
                  <a:pt x="240982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524625" y="3638550"/>
            <a:ext cx="885825" cy="1076325"/>
          </a:xfrm>
          <a:custGeom>
            <a:avLst/>
            <a:gdLst/>
            <a:ahLst/>
            <a:cxnLst/>
            <a:rect r="r" b="b" t="t" l="l"/>
            <a:pathLst>
              <a:path h="1076325" w="885825">
                <a:moveTo>
                  <a:pt x="0" y="0"/>
                </a:moveTo>
                <a:lnTo>
                  <a:pt x="885825" y="0"/>
                </a:lnTo>
                <a:lnTo>
                  <a:pt x="88582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7498080" y="3797727"/>
            <a:ext cx="1005840" cy="907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1"/>
              </a:lnSpc>
            </a:pPr>
            <a:r>
              <a:rPr lang="en-US" sz="3471" b="true">
                <a:solidFill>
                  <a:srgbClr val="7ED957"/>
                </a:solidFill>
                <a:latin typeface="Asap Bold"/>
                <a:ea typeface="Asap Bold"/>
                <a:cs typeface="Asap Bold"/>
                <a:sym typeface="Asap Bold"/>
              </a:rPr>
              <a:t>Thẻ</a:t>
            </a:r>
          </a:p>
          <a:p>
            <a:pPr algn="ctr">
              <a:lnSpc>
                <a:spcPts val="3471"/>
              </a:lnSpc>
            </a:pPr>
            <a:r>
              <a:rPr lang="en-US" sz="3471" b="true">
                <a:solidFill>
                  <a:srgbClr val="7ED957"/>
                </a:solidFill>
                <a:latin typeface="Asap Bold"/>
                <a:ea typeface="Asap Bold"/>
                <a:cs typeface="Asap Bold"/>
                <a:sym typeface="Asap Bold"/>
              </a:rPr>
              <a:t>Xanh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9791700" y="2352675"/>
            <a:ext cx="4143375" cy="3648075"/>
          </a:xfrm>
          <a:custGeom>
            <a:avLst/>
            <a:gdLst/>
            <a:ahLst/>
            <a:cxnLst/>
            <a:rect r="r" b="b" t="t" l="l"/>
            <a:pathLst>
              <a:path h="3648075" w="4143375">
                <a:moveTo>
                  <a:pt x="0" y="0"/>
                </a:moveTo>
                <a:lnTo>
                  <a:pt x="4143375" y="0"/>
                </a:lnTo>
                <a:lnTo>
                  <a:pt x="4143375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0010775" y="2571750"/>
            <a:ext cx="3705225" cy="2571750"/>
          </a:xfrm>
          <a:custGeom>
            <a:avLst/>
            <a:gdLst/>
            <a:ahLst/>
            <a:cxnLst/>
            <a:rect r="r" b="b" t="t" l="l"/>
            <a:pathLst>
              <a:path h="2571750" w="3705225">
                <a:moveTo>
                  <a:pt x="0" y="0"/>
                </a:moveTo>
                <a:lnTo>
                  <a:pt x="3705225" y="0"/>
                </a:lnTo>
                <a:lnTo>
                  <a:pt x="3705225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572625" y="2143125"/>
            <a:ext cx="1314450" cy="1285875"/>
          </a:xfrm>
          <a:custGeom>
            <a:avLst/>
            <a:gdLst/>
            <a:ahLst/>
            <a:cxnLst/>
            <a:rect r="r" b="b" t="t" l="l"/>
            <a:pathLst>
              <a:path h="1285875" w="1314450">
                <a:moveTo>
                  <a:pt x="0" y="0"/>
                </a:moveTo>
                <a:lnTo>
                  <a:pt x="1314450" y="0"/>
                </a:lnTo>
                <a:lnTo>
                  <a:pt x="13144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3058775" y="2143125"/>
            <a:ext cx="657225" cy="857250"/>
          </a:xfrm>
          <a:custGeom>
            <a:avLst/>
            <a:gdLst/>
            <a:ahLst/>
            <a:cxnLst/>
            <a:rect r="r" b="b" t="t" l="l"/>
            <a:pathLst>
              <a:path h="857250" w="657225">
                <a:moveTo>
                  <a:pt x="0" y="0"/>
                </a:moveTo>
                <a:lnTo>
                  <a:pt x="657225" y="0"/>
                </a:lnTo>
                <a:lnTo>
                  <a:pt x="6572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0259568" y="5239011"/>
            <a:ext cx="3456432" cy="578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7"/>
              </a:lnSpc>
            </a:pPr>
            <a:r>
              <a:rPr lang="en-US" b="true" sz="2088" spc="-62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Bàn tay xinh đang bẻ gãy</a:t>
            </a:r>
          </a:p>
          <a:p>
            <a:pPr algn="ctr">
              <a:lnSpc>
                <a:spcPts val="2297"/>
              </a:lnSpc>
            </a:pPr>
            <a:r>
              <a:rPr lang="en-US" b="true" sz="2088" spc="-62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cảnh cây non.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3716000" y="3209925"/>
            <a:ext cx="2619375" cy="1933575"/>
          </a:xfrm>
          <a:custGeom>
            <a:avLst/>
            <a:gdLst/>
            <a:ahLst/>
            <a:cxnLst/>
            <a:rect r="r" b="b" t="t" l="l"/>
            <a:pathLst>
              <a:path h="1933575" w="2619375">
                <a:moveTo>
                  <a:pt x="0" y="0"/>
                </a:moveTo>
                <a:lnTo>
                  <a:pt x="2619375" y="0"/>
                </a:lnTo>
                <a:lnTo>
                  <a:pt x="261937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3716000" y="3638550"/>
            <a:ext cx="1095375" cy="1076325"/>
          </a:xfrm>
          <a:custGeom>
            <a:avLst/>
            <a:gdLst/>
            <a:ahLst/>
            <a:cxnLst/>
            <a:rect r="r" b="b" t="t" l="l"/>
            <a:pathLst>
              <a:path h="1076325" w="109537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5032736" y="3776426"/>
            <a:ext cx="768096" cy="94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8"/>
              </a:lnSpc>
            </a:pPr>
            <a:r>
              <a:rPr lang="en-US" sz="3648" b="true">
                <a:solidFill>
                  <a:srgbClr val="FF8888"/>
                </a:solidFill>
                <a:latin typeface="Asap Bold"/>
                <a:ea typeface="Asap Bold"/>
                <a:cs typeface="Asap Bold"/>
                <a:sym typeface="Asap Bold"/>
              </a:rPr>
              <a:t>Thẻ</a:t>
            </a:r>
          </a:p>
          <a:p>
            <a:pPr algn="ctr">
              <a:lnSpc>
                <a:spcPts val="3648"/>
              </a:lnSpc>
            </a:pPr>
            <a:r>
              <a:rPr lang="en-US" sz="3648" b="true">
                <a:solidFill>
                  <a:srgbClr val="FF8888"/>
                </a:solidFill>
                <a:latin typeface="Asap Bold"/>
                <a:ea typeface="Asap Bold"/>
                <a:cs typeface="Asap Bold"/>
                <a:sym typeface="Asap Bold"/>
              </a:rPr>
              <a:t>Đỏ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2390775" y="6210300"/>
            <a:ext cx="4362450" cy="3867150"/>
          </a:xfrm>
          <a:custGeom>
            <a:avLst/>
            <a:gdLst/>
            <a:ahLst/>
            <a:cxnLst/>
            <a:rect r="r" b="b" t="t" l="l"/>
            <a:pathLst>
              <a:path h="3867150" w="4362450">
                <a:moveTo>
                  <a:pt x="0" y="0"/>
                </a:moveTo>
                <a:lnTo>
                  <a:pt x="4362450" y="0"/>
                </a:lnTo>
                <a:lnTo>
                  <a:pt x="4362450" y="3867150"/>
                </a:lnTo>
                <a:lnTo>
                  <a:pt x="0" y="386715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2828925" y="6429375"/>
            <a:ext cx="3705225" cy="2790825"/>
          </a:xfrm>
          <a:custGeom>
            <a:avLst/>
            <a:gdLst/>
            <a:ahLst/>
            <a:cxnLst/>
            <a:rect r="r" b="b" t="t" l="l"/>
            <a:pathLst>
              <a:path h="2790825" w="3705225">
                <a:moveTo>
                  <a:pt x="0" y="0"/>
                </a:moveTo>
                <a:lnTo>
                  <a:pt x="3705225" y="0"/>
                </a:lnTo>
                <a:lnTo>
                  <a:pt x="3705225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2171700" y="6000750"/>
            <a:ext cx="1533525" cy="1285875"/>
          </a:xfrm>
          <a:custGeom>
            <a:avLst/>
            <a:gdLst/>
            <a:ahLst/>
            <a:cxnLst/>
            <a:rect r="r" b="b" t="t" l="l"/>
            <a:pathLst>
              <a:path h="1285875" w="1533525">
                <a:moveTo>
                  <a:pt x="0" y="0"/>
                </a:moveTo>
                <a:lnTo>
                  <a:pt x="1533525" y="0"/>
                </a:lnTo>
                <a:lnTo>
                  <a:pt x="15335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5876925" y="6000750"/>
            <a:ext cx="438150" cy="1076325"/>
          </a:xfrm>
          <a:custGeom>
            <a:avLst/>
            <a:gdLst/>
            <a:ahLst/>
            <a:cxnLst/>
            <a:rect r="r" b="b" t="t" l="l"/>
            <a:pathLst>
              <a:path h="1076325" w="438150">
                <a:moveTo>
                  <a:pt x="0" y="0"/>
                </a:moveTo>
                <a:lnTo>
                  <a:pt x="438150" y="0"/>
                </a:lnTo>
                <a:lnTo>
                  <a:pt x="4381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2999232" y="9106923"/>
            <a:ext cx="3511296" cy="578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7"/>
              </a:lnSpc>
            </a:pPr>
            <a:r>
              <a:rPr lang="en-US" b="true" sz="2088" spc="-62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Căn phòng không người nhưng</a:t>
            </a:r>
          </a:p>
          <a:p>
            <a:pPr algn="ctr">
              <a:lnSpc>
                <a:spcPts val="2297"/>
              </a:lnSpc>
            </a:pPr>
            <a:r>
              <a:rPr lang="en-US" b="true" sz="2088" spc="-62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đèn và quạt vẫn còn hoạt động.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6524625" y="7286625"/>
            <a:ext cx="2619375" cy="1714500"/>
          </a:xfrm>
          <a:custGeom>
            <a:avLst/>
            <a:gdLst/>
            <a:ahLst/>
            <a:cxnLst/>
            <a:rect r="r" b="b" t="t" l="l"/>
            <a:pathLst>
              <a:path h="1714500" w="2619375">
                <a:moveTo>
                  <a:pt x="0" y="0"/>
                </a:moveTo>
                <a:lnTo>
                  <a:pt x="2619375" y="0"/>
                </a:lnTo>
                <a:lnTo>
                  <a:pt x="261937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6524625" y="7496175"/>
            <a:ext cx="1095375" cy="1076325"/>
          </a:xfrm>
          <a:custGeom>
            <a:avLst/>
            <a:gdLst/>
            <a:ahLst/>
            <a:cxnLst/>
            <a:rect r="r" b="b" t="t" l="l"/>
            <a:pathLst>
              <a:path h="1076325" w="109537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7680960" y="7644338"/>
            <a:ext cx="768096" cy="94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8"/>
              </a:lnSpc>
            </a:pPr>
            <a:r>
              <a:rPr lang="en-US" sz="3648" b="true">
                <a:solidFill>
                  <a:srgbClr val="FF8888"/>
                </a:solidFill>
                <a:latin typeface="Asap Bold"/>
                <a:ea typeface="Asap Bold"/>
                <a:cs typeface="Asap Bold"/>
                <a:sym typeface="Asap Bold"/>
              </a:rPr>
              <a:t>Thẻ</a:t>
            </a:r>
          </a:p>
          <a:p>
            <a:pPr algn="ctr">
              <a:lnSpc>
                <a:spcPts val="3648"/>
              </a:lnSpc>
            </a:pPr>
            <a:r>
              <a:rPr lang="en-US" sz="3648" b="true">
                <a:solidFill>
                  <a:srgbClr val="FF8888"/>
                </a:solidFill>
                <a:latin typeface="Asap Bold"/>
                <a:ea typeface="Asap Bold"/>
                <a:cs typeface="Asap Bold"/>
                <a:sym typeface="Asap Bold"/>
              </a:rPr>
              <a:t>Đỏ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10010775" y="6210300"/>
            <a:ext cx="4143375" cy="3867150"/>
          </a:xfrm>
          <a:custGeom>
            <a:avLst/>
            <a:gdLst/>
            <a:ahLst/>
            <a:cxnLst/>
            <a:rect r="r" b="b" t="t" l="l"/>
            <a:pathLst>
              <a:path h="3867150" w="4143375">
                <a:moveTo>
                  <a:pt x="0" y="0"/>
                </a:moveTo>
                <a:lnTo>
                  <a:pt x="4143375" y="0"/>
                </a:lnTo>
                <a:lnTo>
                  <a:pt x="4143375" y="3867150"/>
                </a:lnTo>
                <a:lnTo>
                  <a:pt x="0" y="386715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0229850" y="6429375"/>
            <a:ext cx="3705225" cy="2790825"/>
          </a:xfrm>
          <a:custGeom>
            <a:avLst/>
            <a:gdLst/>
            <a:ahLst/>
            <a:cxnLst/>
            <a:rect r="r" b="b" t="t" l="l"/>
            <a:pathLst>
              <a:path h="2790825" w="3705225">
                <a:moveTo>
                  <a:pt x="0" y="0"/>
                </a:moveTo>
                <a:lnTo>
                  <a:pt x="3705225" y="0"/>
                </a:lnTo>
                <a:lnTo>
                  <a:pt x="3705225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9572625" y="6000750"/>
            <a:ext cx="1533525" cy="1285875"/>
          </a:xfrm>
          <a:custGeom>
            <a:avLst/>
            <a:gdLst/>
            <a:ahLst/>
            <a:cxnLst/>
            <a:rect r="r" b="b" t="t" l="l"/>
            <a:pathLst>
              <a:path h="1285875" w="1533525">
                <a:moveTo>
                  <a:pt x="0" y="0"/>
                </a:moveTo>
                <a:lnTo>
                  <a:pt x="1533525" y="0"/>
                </a:lnTo>
                <a:lnTo>
                  <a:pt x="15335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3277850" y="6000750"/>
            <a:ext cx="438150" cy="1076325"/>
          </a:xfrm>
          <a:custGeom>
            <a:avLst/>
            <a:gdLst/>
            <a:ahLst/>
            <a:cxnLst/>
            <a:rect r="r" b="b" t="t" l="l"/>
            <a:pathLst>
              <a:path h="1076325" w="438150">
                <a:moveTo>
                  <a:pt x="0" y="0"/>
                </a:moveTo>
                <a:lnTo>
                  <a:pt x="438150" y="0"/>
                </a:lnTo>
                <a:lnTo>
                  <a:pt x="4381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10369296" y="9106923"/>
            <a:ext cx="3584448" cy="578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7"/>
              </a:lnSpc>
            </a:pPr>
            <a:r>
              <a:rPr lang="en-US" b="true" sz="2088" spc="-62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Một bạn nhỏ tắt công tác đèn</a:t>
            </a:r>
          </a:p>
          <a:p>
            <a:pPr algn="ctr">
              <a:lnSpc>
                <a:spcPts val="2297"/>
              </a:lnSpc>
            </a:pPr>
            <a:r>
              <a:rPr lang="en-US" b="true" sz="2088" spc="-62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trước khi tan học.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13925550" y="7286625"/>
            <a:ext cx="2628900" cy="1714500"/>
          </a:xfrm>
          <a:custGeom>
            <a:avLst/>
            <a:gdLst/>
            <a:ahLst/>
            <a:cxnLst/>
            <a:rect r="r" b="b" t="t" l="l"/>
            <a:pathLst>
              <a:path h="1714500" w="2628900">
                <a:moveTo>
                  <a:pt x="0" y="0"/>
                </a:moveTo>
                <a:lnTo>
                  <a:pt x="2628900" y="0"/>
                </a:lnTo>
                <a:lnTo>
                  <a:pt x="262890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3925550" y="7496175"/>
            <a:ext cx="1104900" cy="1076325"/>
          </a:xfrm>
          <a:custGeom>
            <a:avLst/>
            <a:gdLst/>
            <a:ahLst/>
            <a:cxnLst/>
            <a:rect r="r" b="b" t="t" l="l"/>
            <a:pathLst>
              <a:path h="1076325" w="1104900">
                <a:moveTo>
                  <a:pt x="0" y="0"/>
                </a:moveTo>
                <a:lnTo>
                  <a:pt x="1104900" y="0"/>
                </a:lnTo>
                <a:lnTo>
                  <a:pt x="11049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15032736" y="7665639"/>
            <a:ext cx="1005840" cy="907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1"/>
              </a:lnSpc>
            </a:pPr>
            <a:r>
              <a:rPr lang="en-US" sz="3471" b="true">
                <a:solidFill>
                  <a:srgbClr val="7ED957"/>
                </a:solidFill>
                <a:latin typeface="Asap Bold"/>
                <a:ea typeface="Asap Bold"/>
                <a:cs typeface="Asap Bold"/>
                <a:sym typeface="Asap Bold"/>
              </a:rPr>
              <a:t>Thẻ</a:t>
            </a:r>
          </a:p>
          <a:p>
            <a:pPr algn="ctr">
              <a:lnSpc>
                <a:spcPts val="3471"/>
              </a:lnSpc>
            </a:pPr>
            <a:r>
              <a:rPr lang="en-US" sz="3471" b="true">
                <a:solidFill>
                  <a:srgbClr val="7ED957"/>
                </a:solidFill>
                <a:latin typeface="Asap Bold"/>
                <a:ea typeface="Asap Bold"/>
                <a:cs typeface="Asap Bold"/>
                <a:sym typeface="Asap Bold"/>
              </a:rPr>
              <a:t>Xanh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7975680" y="5286195"/>
            <a:ext cx="1596945" cy="1419285"/>
          </a:xfrm>
          <a:custGeom>
            <a:avLst/>
            <a:gdLst/>
            <a:ahLst/>
            <a:cxnLst/>
            <a:rect r="r" b="b" t="t" l="l"/>
            <a:pathLst>
              <a:path h="1419285" w="1596945">
                <a:moveTo>
                  <a:pt x="0" y="0"/>
                </a:moveTo>
                <a:lnTo>
                  <a:pt x="1596945" y="0"/>
                </a:lnTo>
                <a:lnTo>
                  <a:pt x="1596945" y="1419285"/>
                </a:lnTo>
                <a:lnTo>
                  <a:pt x="0" y="1419285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6858000"/>
            <a:ext cx="1743075" cy="1504950"/>
          </a:xfrm>
          <a:custGeom>
            <a:avLst/>
            <a:gdLst/>
            <a:ahLst/>
            <a:cxnLst/>
            <a:rect r="r" b="b" t="t" l="l"/>
            <a:pathLst>
              <a:path h="1504950" w="1743075">
                <a:moveTo>
                  <a:pt x="0" y="0"/>
                </a:moveTo>
                <a:lnTo>
                  <a:pt x="1743075" y="0"/>
                </a:lnTo>
                <a:lnTo>
                  <a:pt x="17430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47700" y="3429000"/>
            <a:ext cx="666750" cy="857250"/>
          </a:xfrm>
          <a:custGeom>
            <a:avLst/>
            <a:gdLst/>
            <a:ahLst/>
            <a:cxnLst/>
            <a:rect r="r" b="b" t="t" l="l"/>
            <a:pathLst>
              <a:path h="857250" w="666750">
                <a:moveTo>
                  <a:pt x="0" y="0"/>
                </a:moveTo>
                <a:lnTo>
                  <a:pt x="666750" y="0"/>
                </a:lnTo>
                <a:lnTo>
                  <a:pt x="6667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66775" y="428625"/>
            <a:ext cx="876300" cy="647700"/>
          </a:xfrm>
          <a:custGeom>
            <a:avLst/>
            <a:gdLst/>
            <a:ahLst/>
            <a:cxnLst/>
            <a:rect r="r" b="b" t="t" l="l"/>
            <a:pathLst>
              <a:path h="647700" w="876300">
                <a:moveTo>
                  <a:pt x="0" y="0"/>
                </a:moveTo>
                <a:lnTo>
                  <a:pt x="876300" y="0"/>
                </a:lnTo>
                <a:lnTo>
                  <a:pt x="87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7700" y="1285875"/>
            <a:ext cx="666750" cy="1076325"/>
          </a:xfrm>
          <a:custGeom>
            <a:avLst/>
            <a:gdLst/>
            <a:ahLst/>
            <a:cxnLst/>
            <a:rect r="r" b="b" t="t" l="l"/>
            <a:pathLst>
              <a:path h="1076325" w="666750">
                <a:moveTo>
                  <a:pt x="0" y="0"/>
                </a:moveTo>
                <a:lnTo>
                  <a:pt x="666750" y="0"/>
                </a:lnTo>
                <a:lnTo>
                  <a:pt x="6667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85850" y="8782050"/>
            <a:ext cx="876300" cy="866775"/>
          </a:xfrm>
          <a:custGeom>
            <a:avLst/>
            <a:gdLst/>
            <a:ahLst/>
            <a:cxnLst/>
            <a:rect r="r" b="b" t="t" l="l"/>
            <a:pathLst>
              <a:path h="866775" w="876300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764000" y="7715250"/>
            <a:ext cx="876300" cy="857250"/>
          </a:xfrm>
          <a:custGeom>
            <a:avLst/>
            <a:gdLst/>
            <a:ahLst/>
            <a:cxnLst/>
            <a:rect r="r" b="b" t="t" l="l"/>
            <a:pathLst>
              <a:path h="857250" w="876300">
                <a:moveTo>
                  <a:pt x="0" y="0"/>
                </a:moveTo>
                <a:lnTo>
                  <a:pt x="876300" y="0"/>
                </a:lnTo>
                <a:lnTo>
                  <a:pt x="876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325850" y="8782050"/>
            <a:ext cx="876300" cy="866775"/>
          </a:xfrm>
          <a:custGeom>
            <a:avLst/>
            <a:gdLst/>
            <a:ahLst/>
            <a:cxnLst/>
            <a:rect r="r" b="b" t="t" l="l"/>
            <a:pathLst>
              <a:path h="866775" w="876300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823466" y="3695700"/>
            <a:ext cx="14641068" cy="3803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89"/>
              </a:lnSpc>
            </a:pPr>
            <a:r>
              <a:rPr lang="en-US" b="true" sz="14589" spc="-291">
                <a:solidFill>
                  <a:srgbClr val="4B92DB"/>
                </a:solidFill>
                <a:latin typeface="Asap Bold"/>
                <a:ea typeface="Asap Bold"/>
                <a:cs typeface="Asap Bold"/>
                <a:sym typeface="Asap Bold"/>
              </a:rPr>
              <a:t>KIẾN TẠO</a:t>
            </a:r>
          </a:p>
          <a:p>
            <a:pPr algn="ctr">
              <a:lnSpc>
                <a:spcPts val="14589"/>
              </a:lnSpc>
            </a:pPr>
            <a:r>
              <a:rPr lang="en-US" b="true" sz="14589" spc="-291">
                <a:solidFill>
                  <a:srgbClr val="4B92DB"/>
                </a:solidFill>
                <a:latin typeface="Asap Bold"/>
                <a:ea typeface="Asap Bold"/>
                <a:cs typeface="Asap Bold"/>
                <a:sym typeface="Asap Bold"/>
              </a:rPr>
              <a:t>TRI THỨC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6452987" y="-2684286"/>
            <a:ext cx="5382026" cy="5368571"/>
          </a:xfrm>
          <a:custGeom>
            <a:avLst/>
            <a:gdLst/>
            <a:ahLst/>
            <a:cxnLst/>
            <a:rect r="r" b="b" t="t" l="l"/>
            <a:pathLst>
              <a:path h="5368571" w="5382026">
                <a:moveTo>
                  <a:pt x="0" y="0"/>
                </a:moveTo>
                <a:lnTo>
                  <a:pt x="5382026" y="0"/>
                </a:lnTo>
                <a:lnTo>
                  <a:pt x="5382026" y="5368572"/>
                </a:lnTo>
                <a:lnTo>
                  <a:pt x="0" y="53685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6417" y="-93525"/>
            <a:ext cx="18454266" cy="10380525"/>
          </a:xfrm>
          <a:custGeom>
            <a:avLst/>
            <a:gdLst/>
            <a:ahLst/>
            <a:cxnLst/>
            <a:rect r="r" b="b" t="t" l="l"/>
            <a:pathLst>
              <a:path h="10380525" w="18454266">
                <a:moveTo>
                  <a:pt x="0" y="0"/>
                </a:moveTo>
                <a:lnTo>
                  <a:pt x="18454266" y="0"/>
                </a:lnTo>
                <a:lnTo>
                  <a:pt x="18454266" y="10380525"/>
                </a:lnTo>
                <a:lnTo>
                  <a:pt x="0" y="103805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66775" y="0"/>
            <a:ext cx="657225" cy="1076325"/>
          </a:xfrm>
          <a:custGeom>
            <a:avLst/>
            <a:gdLst/>
            <a:ahLst/>
            <a:cxnLst/>
            <a:rect r="r" b="b" t="t" l="l"/>
            <a:pathLst>
              <a:path h="1076325" w="657225">
                <a:moveTo>
                  <a:pt x="0" y="0"/>
                </a:moveTo>
                <a:lnTo>
                  <a:pt x="657225" y="0"/>
                </a:lnTo>
                <a:lnTo>
                  <a:pt x="65722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887700" y="0"/>
            <a:ext cx="1533525" cy="1076325"/>
          </a:xfrm>
          <a:custGeom>
            <a:avLst/>
            <a:gdLst/>
            <a:ahLst/>
            <a:cxnLst/>
            <a:rect r="r" b="b" t="t" l="l"/>
            <a:pathLst>
              <a:path h="1076325" w="1533525">
                <a:moveTo>
                  <a:pt x="0" y="0"/>
                </a:moveTo>
                <a:lnTo>
                  <a:pt x="1533525" y="0"/>
                </a:lnTo>
                <a:lnTo>
                  <a:pt x="153352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49424" y="847715"/>
            <a:ext cx="13789152" cy="612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5"/>
              </a:lnSpc>
            </a:pPr>
            <a:r>
              <a:rPr lang="en-US" b="true" sz="4605" spc="-230">
                <a:solidFill>
                  <a:srgbClr val="3D271A"/>
                </a:solidFill>
                <a:latin typeface="Mali Bold"/>
                <a:ea typeface="Mali Bold"/>
                <a:cs typeface="Mali Bold"/>
                <a:sym typeface="Mali Bold"/>
              </a:rPr>
              <a:t>Khám phá hai </a:t>
            </a:r>
            <a:r>
              <a:rPr lang="en-US" b="true" sz="4605" spc="-230">
                <a:solidFill>
                  <a:srgbClr val="E16F97"/>
                </a:solidFill>
                <a:latin typeface="Mali Bold"/>
                <a:ea typeface="Mali Bold"/>
                <a:cs typeface="Mali Bold"/>
                <a:sym typeface="Mali Bold"/>
              </a:rPr>
              <a:t>Ngày Hội</a:t>
            </a:r>
            <a:r>
              <a:rPr lang="en-US" b="true" sz="4605" spc="-230">
                <a:solidFill>
                  <a:srgbClr val="3D271A"/>
                </a:solidFill>
                <a:latin typeface="Mali Bold"/>
                <a:ea typeface="Mali Bold"/>
                <a:cs typeface="Mali Bold"/>
                <a:sym typeface="Mali Bold"/>
              </a:rPr>
              <a:t> siêu đặc biệt của Trái Đất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887700" y="1066800"/>
            <a:ext cx="2190750" cy="1076325"/>
          </a:xfrm>
          <a:custGeom>
            <a:avLst/>
            <a:gdLst/>
            <a:ahLst/>
            <a:cxnLst/>
            <a:rect r="r" b="b" t="t" l="l"/>
            <a:pathLst>
              <a:path h="1076325" w="2190750">
                <a:moveTo>
                  <a:pt x="0" y="0"/>
                </a:moveTo>
                <a:lnTo>
                  <a:pt x="2190750" y="0"/>
                </a:lnTo>
                <a:lnTo>
                  <a:pt x="21907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914775" y="2571750"/>
            <a:ext cx="5019675" cy="5143500"/>
          </a:xfrm>
          <a:custGeom>
            <a:avLst/>
            <a:gdLst/>
            <a:ahLst/>
            <a:cxnLst/>
            <a:rect r="r" b="b" t="t" l="l"/>
            <a:pathLst>
              <a:path h="5143500" w="5019675">
                <a:moveTo>
                  <a:pt x="0" y="0"/>
                </a:moveTo>
                <a:lnTo>
                  <a:pt x="5019675" y="0"/>
                </a:lnTo>
                <a:lnTo>
                  <a:pt x="5019675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219700" y="2571750"/>
            <a:ext cx="1971675" cy="647700"/>
          </a:xfrm>
          <a:custGeom>
            <a:avLst/>
            <a:gdLst/>
            <a:ahLst/>
            <a:cxnLst/>
            <a:rect r="r" b="b" t="t" l="l"/>
            <a:pathLst>
              <a:path h="647700" w="1971675">
                <a:moveTo>
                  <a:pt x="0" y="0"/>
                </a:moveTo>
                <a:lnTo>
                  <a:pt x="1971675" y="0"/>
                </a:lnTo>
                <a:lnTo>
                  <a:pt x="19716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400925" y="2143125"/>
            <a:ext cx="1743075" cy="1714500"/>
          </a:xfrm>
          <a:custGeom>
            <a:avLst/>
            <a:gdLst/>
            <a:ahLst/>
            <a:cxnLst/>
            <a:rect r="r" b="b" t="t" l="l"/>
            <a:pathLst>
              <a:path h="1714500" w="1743075">
                <a:moveTo>
                  <a:pt x="0" y="0"/>
                </a:moveTo>
                <a:lnTo>
                  <a:pt x="1743075" y="0"/>
                </a:lnTo>
                <a:lnTo>
                  <a:pt x="174307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400925" y="6638925"/>
            <a:ext cx="1743075" cy="1504950"/>
          </a:xfrm>
          <a:custGeom>
            <a:avLst/>
            <a:gdLst/>
            <a:ahLst/>
            <a:cxnLst/>
            <a:rect r="r" b="b" t="t" l="l"/>
            <a:pathLst>
              <a:path h="1504950" w="1743075">
                <a:moveTo>
                  <a:pt x="0" y="0"/>
                </a:moveTo>
                <a:lnTo>
                  <a:pt x="1743075" y="0"/>
                </a:lnTo>
                <a:lnTo>
                  <a:pt x="17430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-178999">
            <a:off x="726274" y="1941468"/>
            <a:ext cx="3715275" cy="3116187"/>
          </a:xfrm>
          <a:custGeom>
            <a:avLst/>
            <a:gdLst/>
            <a:ahLst/>
            <a:cxnLst/>
            <a:rect r="r" b="b" t="t" l="l"/>
            <a:pathLst>
              <a:path h="3116187" w="3715275">
                <a:moveTo>
                  <a:pt x="3715275" y="0"/>
                </a:moveTo>
                <a:lnTo>
                  <a:pt x="0" y="0"/>
                </a:lnTo>
                <a:lnTo>
                  <a:pt x="0" y="3116187"/>
                </a:lnTo>
                <a:lnTo>
                  <a:pt x="3715275" y="3116187"/>
                </a:lnTo>
                <a:lnTo>
                  <a:pt x="3715275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523932" y="4924425"/>
            <a:ext cx="1315143" cy="1290638"/>
          </a:xfrm>
          <a:custGeom>
            <a:avLst/>
            <a:gdLst/>
            <a:ahLst/>
            <a:cxnLst/>
            <a:rect r="r" b="b" t="t" l="l"/>
            <a:pathLst>
              <a:path h="1290638" w="1315143">
                <a:moveTo>
                  <a:pt x="0" y="0"/>
                </a:moveTo>
                <a:lnTo>
                  <a:pt x="1315143" y="0"/>
                </a:lnTo>
                <a:lnTo>
                  <a:pt x="1315143" y="1290637"/>
                </a:lnTo>
                <a:lnTo>
                  <a:pt x="0" y="129063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096000" y="5781675"/>
            <a:ext cx="438150" cy="647700"/>
          </a:xfrm>
          <a:custGeom>
            <a:avLst/>
            <a:gdLst/>
            <a:ahLst/>
            <a:cxnLst/>
            <a:rect r="r" b="b" t="t" l="l"/>
            <a:pathLst>
              <a:path h="647700" w="438150">
                <a:moveTo>
                  <a:pt x="0" y="0"/>
                </a:moveTo>
                <a:lnTo>
                  <a:pt x="438150" y="0"/>
                </a:lnTo>
                <a:lnTo>
                  <a:pt x="438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66775" y="4495800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47700" y="6210300"/>
            <a:ext cx="666750" cy="438150"/>
          </a:xfrm>
          <a:custGeom>
            <a:avLst/>
            <a:gdLst/>
            <a:ahLst/>
            <a:cxnLst/>
            <a:rect r="r" b="b" t="t" l="l"/>
            <a:pathLst>
              <a:path h="438150" w="666750">
                <a:moveTo>
                  <a:pt x="0" y="0"/>
                </a:moveTo>
                <a:lnTo>
                  <a:pt x="666750" y="0"/>
                </a:lnTo>
                <a:lnTo>
                  <a:pt x="6667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496824" y="6986371"/>
            <a:ext cx="1752600" cy="2571750"/>
          </a:xfrm>
          <a:custGeom>
            <a:avLst/>
            <a:gdLst/>
            <a:ahLst/>
            <a:cxnLst/>
            <a:rect r="r" b="b" t="t" l="l"/>
            <a:pathLst>
              <a:path h="2571750" w="1752600">
                <a:moveTo>
                  <a:pt x="0" y="0"/>
                </a:moveTo>
                <a:lnTo>
                  <a:pt x="1752600" y="0"/>
                </a:lnTo>
                <a:lnTo>
                  <a:pt x="1752600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18" id="18" descr="Upscaled image"/>
          <p:cNvSpPr/>
          <p:nvPr/>
        </p:nvSpPr>
        <p:spPr>
          <a:xfrm flipH="false" flipV="false" rot="0">
            <a:off x="1567906" y="4071938"/>
            <a:ext cx="4484189" cy="5576887"/>
          </a:xfrm>
          <a:custGeom>
            <a:avLst/>
            <a:gdLst/>
            <a:ahLst/>
            <a:cxnLst/>
            <a:rect r="r" b="b" t="t" l="l"/>
            <a:pathLst>
              <a:path h="5576887" w="4484189">
                <a:moveTo>
                  <a:pt x="0" y="0"/>
                </a:moveTo>
                <a:lnTo>
                  <a:pt x="4484188" y="0"/>
                </a:lnTo>
                <a:lnTo>
                  <a:pt x="4484188" y="5576887"/>
                </a:lnTo>
                <a:lnTo>
                  <a:pt x="0" y="5576887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3695700" y="7924800"/>
            <a:ext cx="1971675" cy="1076325"/>
          </a:xfrm>
          <a:custGeom>
            <a:avLst/>
            <a:gdLst/>
            <a:ahLst/>
            <a:cxnLst/>
            <a:rect r="r" b="b" t="t" l="l"/>
            <a:pathLst>
              <a:path h="1076325" w="1971675">
                <a:moveTo>
                  <a:pt x="0" y="0"/>
                </a:moveTo>
                <a:lnTo>
                  <a:pt x="1971675" y="0"/>
                </a:lnTo>
                <a:lnTo>
                  <a:pt x="19716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5876925" y="8782050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7181850" y="8143875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0010775" y="1924050"/>
            <a:ext cx="5886450" cy="4724400"/>
          </a:xfrm>
          <a:custGeom>
            <a:avLst/>
            <a:gdLst/>
            <a:ahLst/>
            <a:cxnLst/>
            <a:rect r="r" b="b" t="t" l="l"/>
            <a:pathLst>
              <a:path h="4724400" w="5886450">
                <a:moveTo>
                  <a:pt x="0" y="0"/>
                </a:moveTo>
                <a:lnTo>
                  <a:pt x="5886450" y="0"/>
                </a:lnTo>
                <a:lnTo>
                  <a:pt x="5886450" y="4724400"/>
                </a:ln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0448925" y="2781300"/>
            <a:ext cx="3705225" cy="1504950"/>
          </a:xfrm>
          <a:custGeom>
            <a:avLst/>
            <a:gdLst/>
            <a:ahLst/>
            <a:cxnLst/>
            <a:rect r="r" b="b" t="t" l="l"/>
            <a:pathLst>
              <a:path h="1504950" w="3705225">
                <a:moveTo>
                  <a:pt x="0" y="0"/>
                </a:moveTo>
                <a:lnTo>
                  <a:pt x="3705225" y="0"/>
                </a:lnTo>
                <a:lnTo>
                  <a:pt x="37052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3925550" y="1924050"/>
            <a:ext cx="1752600" cy="866775"/>
          </a:xfrm>
          <a:custGeom>
            <a:avLst/>
            <a:gdLst/>
            <a:ahLst/>
            <a:cxnLst/>
            <a:rect r="r" b="b" t="t" l="l"/>
            <a:pathLst>
              <a:path h="866775" w="1752600">
                <a:moveTo>
                  <a:pt x="0" y="0"/>
                </a:moveTo>
                <a:lnTo>
                  <a:pt x="1752600" y="0"/>
                </a:lnTo>
                <a:lnTo>
                  <a:pt x="17526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1534775" y="4067175"/>
            <a:ext cx="2619375" cy="1724025"/>
          </a:xfrm>
          <a:custGeom>
            <a:avLst/>
            <a:gdLst/>
            <a:ahLst/>
            <a:cxnLst/>
            <a:rect r="r" b="b" t="t" l="l"/>
            <a:pathLst>
              <a:path h="1724025" w="2619375">
                <a:moveTo>
                  <a:pt x="0" y="0"/>
                </a:moveTo>
                <a:lnTo>
                  <a:pt x="2619375" y="0"/>
                </a:lnTo>
                <a:lnTo>
                  <a:pt x="2619375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9791700" y="5572125"/>
            <a:ext cx="1752600" cy="1285875"/>
          </a:xfrm>
          <a:custGeom>
            <a:avLst/>
            <a:gdLst/>
            <a:ahLst/>
            <a:cxnLst/>
            <a:rect r="r" b="b" t="t" l="l"/>
            <a:pathLst>
              <a:path h="1285875" w="1752600">
                <a:moveTo>
                  <a:pt x="0" y="0"/>
                </a:moveTo>
                <a:lnTo>
                  <a:pt x="1752600" y="0"/>
                </a:lnTo>
                <a:lnTo>
                  <a:pt x="175260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1315700" y="5353050"/>
            <a:ext cx="6105525" cy="4505325"/>
          </a:xfrm>
          <a:custGeom>
            <a:avLst/>
            <a:gdLst/>
            <a:ahLst/>
            <a:cxnLst/>
            <a:rect r="r" b="b" t="t" l="l"/>
            <a:pathLst>
              <a:path h="4505325" w="6105525">
                <a:moveTo>
                  <a:pt x="0" y="0"/>
                </a:moveTo>
                <a:lnTo>
                  <a:pt x="6105525" y="0"/>
                </a:lnTo>
                <a:lnTo>
                  <a:pt x="6105525" y="4505325"/>
                </a:lnTo>
                <a:lnTo>
                  <a:pt x="0" y="4505325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3277850" y="6000750"/>
            <a:ext cx="3705225" cy="1285875"/>
          </a:xfrm>
          <a:custGeom>
            <a:avLst/>
            <a:gdLst/>
            <a:ahLst/>
            <a:cxnLst/>
            <a:rect r="r" b="b" t="t" l="l"/>
            <a:pathLst>
              <a:path h="1285875" w="3705225">
                <a:moveTo>
                  <a:pt x="0" y="0"/>
                </a:moveTo>
                <a:lnTo>
                  <a:pt x="3705225" y="0"/>
                </a:lnTo>
                <a:lnTo>
                  <a:pt x="37052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3277850" y="7067550"/>
            <a:ext cx="2181225" cy="2152650"/>
          </a:xfrm>
          <a:custGeom>
            <a:avLst/>
            <a:gdLst/>
            <a:ahLst/>
            <a:cxnLst/>
            <a:rect r="r" b="b" t="t" l="l"/>
            <a:pathLst>
              <a:path h="2152650" w="2181225">
                <a:moveTo>
                  <a:pt x="0" y="0"/>
                </a:moveTo>
                <a:lnTo>
                  <a:pt x="2181225" y="0"/>
                </a:lnTo>
                <a:lnTo>
                  <a:pt x="2181225" y="2152650"/>
                </a:lnTo>
                <a:lnTo>
                  <a:pt x="0" y="215265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9572625" y="6210300"/>
            <a:ext cx="1752600" cy="1933575"/>
          </a:xfrm>
          <a:custGeom>
            <a:avLst/>
            <a:gdLst/>
            <a:ahLst/>
            <a:cxnLst/>
            <a:rect r="r" b="b" t="t" l="l"/>
            <a:pathLst>
              <a:path h="1933575" w="1752600">
                <a:moveTo>
                  <a:pt x="0" y="0"/>
                </a:moveTo>
                <a:lnTo>
                  <a:pt x="1752600" y="0"/>
                </a:lnTo>
                <a:lnTo>
                  <a:pt x="175260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5887700" y="2781300"/>
            <a:ext cx="1533525" cy="2790825"/>
          </a:xfrm>
          <a:custGeom>
            <a:avLst/>
            <a:gdLst/>
            <a:ahLst/>
            <a:cxnLst/>
            <a:rect r="r" b="b" t="t" l="l"/>
            <a:pathLst>
              <a:path h="2790825" w="1533525">
                <a:moveTo>
                  <a:pt x="0" y="0"/>
                </a:moveTo>
                <a:lnTo>
                  <a:pt x="1533525" y="0"/>
                </a:lnTo>
                <a:lnTo>
                  <a:pt x="1533525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9353550" y="8353425"/>
            <a:ext cx="1971675" cy="1076325"/>
          </a:xfrm>
          <a:custGeom>
            <a:avLst/>
            <a:gdLst/>
            <a:ahLst/>
            <a:cxnLst/>
            <a:rect r="r" b="b" t="t" l="l"/>
            <a:pathLst>
              <a:path h="1076325" w="1971675">
                <a:moveTo>
                  <a:pt x="0" y="0"/>
                </a:moveTo>
                <a:lnTo>
                  <a:pt x="1971675" y="0"/>
                </a:lnTo>
                <a:lnTo>
                  <a:pt x="19716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0668000" y="9001125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1096625" y="8143875"/>
            <a:ext cx="1314450" cy="1504950"/>
          </a:xfrm>
          <a:custGeom>
            <a:avLst/>
            <a:gdLst/>
            <a:ahLst/>
            <a:cxnLst/>
            <a:rect r="r" b="b" t="t" l="l"/>
            <a:pathLst>
              <a:path h="1504950" w="1314450">
                <a:moveTo>
                  <a:pt x="0" y="0"/>
                </a:moveTo>
                <a:lnTo>
                  <a:pt x="1314450" y="0"/>
                </a:lnTo>
                <a:lnTo>
                  <a:pt x="13144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6973550" y="8782050"/>
            <a:ext cx="666750" cy="866775"/>
          </a:xfrm>
          <a:custGeom>
            <a:avLst/>
            <a:gdLst/>
            <a:ahLst/>
            <a:cxnLst/>
            <a:rect r="r" b="b" t="t" l="l"/>
            <a:pathLst>
              <a:path h="866775" w="666750">
                <a:moveTo>
                  <a:pt x="0" y="0"/>
                </a:moveTo>
                <a:lnTo>
                  <a:pt x="666750" y="0"/>
                </a:lnTo>
                <a:lnTo>
                  <a:pt x="66675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4362450" y="5303615"/>
            <a:ext cx="786384" cy="416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2"/>
              </a:lnSpc>
            </a:pPr>
            <a:r>
              <a:rPr lang="en-US" sz="1450" b="true">
                <a:solidFill>
                  <a:srgbClr val="3D271A"/>
                </a:solidFill>
                <a:latin typeface="Mali Bold"/>
                <a:ea typeface="Mali Bold"/>
                <a:cs typeface="Mali Bold"/>
                <a:sym typeface="Mali Bold"/>
              </a:rPr>
              <a:t>Giờ</a:t>
            </a:r>
          </a:p>
          <a:p>
            <a:pPr algn="ctr">
              <a:lnSpc>
                <a:spcPts val="1682"/>
              </a:lnSpc>
            </a:pPr>
            <a:r>
              <a:rPr lang="en-US" sz="1450" b="true">
                <a:solidFill>
                  <a:srgbClr val="3D271A"/>
                </a:solidFill>
                <a:latin typeface="Mali Bold"/>
                <a:ea typeface="Mali Bold"/>
                <a:cs typeface="Mali Bold"/>
                <a:sym typeface="Mali Bold"/>
              </a:rPr>
              <a:t>Trái Đất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3988879" y="4743870"/>
            <a:ext cx="1533525" cy="1285875"/>
          </a:xfrm>
          <a:custGeom>
            <a:avLst/>
            <a:gdLst/>
            <a:ahLst/>
            <a:cxnLst/>
            <a:rect r="r" b="b" t="t" l="l"/>
            <a:pathLst>
              <a:path h="1285875" w="1533525">
                <a:moveTo>
                  <a:pt x="0" y="0"/>
                </a:moveTo>
                <a:lnTo>
                  <a:pt x="1533525" y="0"/>
                </a:lnTo>
                <a:lnTo>
                  <a:pt x="15335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950976" y="2263886"/>
            <a:ext cx="3218688" cy="1663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0"/>
              </a:lnSpc>
            </a:pPr>
            <a:r>
              <a:rPr lang="en-US" sz="1982" b="true">
                <a:solidFill>
                  <a:srgbClr val="3D271A"/>
                </a:solidFill>
                <a:latin typeface="Mali Bold"/>
                <a:ea typeface="Mali Bold"/>
                <a:cs typeface="Mali Bold"/>
                <a:sym typeface="Mali Bold"/>
              </a:rPr>
              <a:t>Bạn có biết không?</a:t>
            </a:r>
          </a:p>
          <a:p>
            <a:pPr algn="ctr">
              <a:lnSpc>
                <a:spcPts val="2180"/>
              </a:lnSpc>
            </a:pPr>
            <a:r>
              <a:rPr lang="en-US" sz="1982" b="true">
                <a:solidFill>
                  <a:srgbClr val="3D271A"/>
                </a:solidFill>
                <a:latin typeface="Mali Bold"/>
                <a:ea typeface="Mali Bold"/>
                <a:cs typeface="Mali Bold"/>
                <a:sym typeface="Mali Bold"/>
              </a:rPr>
              <a:t>Trái Đất của chúng ta có</a:t>
            </a:r>
          </a:p>
          <a:p>
            <a:pPr algn="ctr">
              <a:lnSpc>
                <a:spcPts val="2180"/>
              </a:lnSpc>
            </a:pPr>
            <a:r>
              <a:rPr lang="en-US" sz="1982" b="true">
                <a:solidFill>
                  <a:srgbClr val="3D271A"/>
                </a:solidFill>
                <a:latin typeface="Mali Bold"/>
                <a:ea typeface="Mali Bold"/>
                <a:cs typeface="Mali Bold"/>
                <a:sym typeface="Mali Bold"/>
              </a:rPr>
              <a:t>tận 2 sự kiện vô cùng</a:t>
            </a:r>
          </a:p>
          <a:p>
            <a:pPr algn="ctr">
              <a:lnSpc>
                <a:spcPts val="2180"/>
              </a:lnSpc>
            </a:pPr>
            <a:r>
              <a:rPr lang="en-US" sz="1982" b="true">
                <a:solidFill>
                  <a:srgbClr val="3D271A"/>
                </a:solidFill>
                <a:latin typeface="Mali Bold"/>
                <a:ea typeface="Mali Bold"/>
                <a:cs typeface="Mali Bold"/>
                <a:sym typeface="Mali Bold"/>
              </a:rPr>
              <a:t>quan trọng để mọi người</a:t>
            </a:r>
          </a:p>
          <a:p>
            <a:pPr algn="ctr">
              <a:lnSpc>
                <a:spcPts val="2180"/>
              </a:lnSpc>
            </a:pPr>
            <a:r>
              <a:rPr lang="en-US" sz="1982" b="true">
                <a:solidFill>
                  <a:srgbClr val="3D271A"/>
                </a:solidFill>
                <a:latin typeface="Mali Bold"/>
                <a:ea typeface="Mali Bold"/>
                <a:cs typeface="Mali Bold"/>
                <a:sym typeface="Mali Bold"/>
              </a:rPr>
              <a:t>cùng nhau chung tay bảo</a:t>
            </a:r>
          </a:p>
          <a:p>
            <a:pPr algn="ctr">
              <a:lnSpc>
                <a:spcPts val="2180"/>
              </a:lnSpc>
            </a:pPr>
            <a:r>
              <a:rPr lang="en-US" sz="1982" b="true">
                <a:solidFill>
                  <a:srgbClr val="3D271A"/>
                </a:solidFill>
                <a:latin typeface="Mali Bold"/>
                <a:ea typeface="Mali Bold"/>
                <a:cs typeface="Mali Bold"/>
                <a:sym typeface="Mali Bold"/>
              </a:rPr>
              <a:t>vệ môi trường đấy!</a:t>
            </a:r>
          </a:p>
        </p:txBody>
      </p:sp>
      <p:sp>
        <p:nvSpPr>
          <p:cNvPr name="TextBox 39" id="39"/>
          <p:cNvSpPr txBox="true"/>
          <p:nvPr/>
        </p:nvSpPr>
        <p:spPr>
          <a:xfrm rot="356400">
            <a:off x="13752509" y="6431998"/>
            <a:ext cx="2779776" cy="411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1"/>
              </a:lnSpc>
            </a:pPr>
            <a:r>
              <a:rPr lang="en-US" sz="3081" b="true">
                <a:solidFill>
                  <a:srgbClr val="3D271A"/>
                </a:solidFill>
                <a:latin typeface="Mali Bold"/>
                <a:ea typeface="Mali Bold"/>
                <a:cs typeface="Mali Bold"/>
                <a:sym typeface="Mali Bold"/>
              </a:rPr>
              <a:t>Ngày Trái Đất</a:t>
            </a:r>
          </a:p>
        </p:txBody>
      </p:sp>
      <p:sp>
        <p:nvSpPr>
          <p:cNvPr name="TextBox 40" id="40"/>
          <p:cNvSpPr txBox="true"/>
          <p:nvPr/>
        </p:nvSpPr>
        <p:spPr>
          <a:xfrm rot="-540000">
            <a:off x="10955570" y="3360160"/>
            <a:ext cx="2560320" cy="42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7"/>
              </a:lnSpc>
            </a:pPr>
            <a:r>
              <a:rPr lang="en-US" sz="3187" b="true">
                <a:solidFill>
                  <a:srgbClr val="3D271A"/>
                </a:solidFill>
                <a:latin typeface="Mali Bold"/>
                <a:ea typeface="Mali Bold"/>
                <a:cs typeface="Mali Bold"/>
                <a:sym typeface="Mali Bold"/>
              </a:rPr>
              <a:t>Giờ Trái Đất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862397" y="5460633"/>
            <a:ext cx="657955" cy="413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50"/>
              </a:lnSpc>
            </a:pPr>
            <a:r>
              <a:rPr lang="en-US" sz="1213" b="true">
                <a:solidFill>
                  <a:srgbClr val="3D271A"/>
                </a:solidFill>
                <a:latin typeface="Mali Bold"/>
                <a:ea typeface="Mali Bold"/>
                <a:cs typeface="Mali Bold"/>
                <a:sym typeface="Mali Bold"/>
              </a:rPr>
              <a:t>Ngày</a:t>
            </a:r>
          </a:p>
          <a:p>
            <a:pPr algn="ctr">
              <a:lnSpc>
                <a:spcPts val="1650"/>
              </a:lnSpc>
            </a:pPr>
            <a:r>
              <a:rPr lang="en-US" sz="1213" b="true">
                <a:solidFill>
                  <a:srgbClr val="3D271A"/>
                </a:solidFill>
                <a:latin typeface="Mali Bold"/>
                <a:ea typeface="Mali Bold"/>
                <a:cs typeface="Mali Bold"/>
                <a:sym typeface="Mali Bold"/>
              </a:rPr>
              <a:t>Trái Đất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442448" y="4810545"/>
            <a:ext cx="365760" cy="341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0"/>
              </a:lnSpc>
            </a:pPr>
            <a:r>
              <a:rPr lang="en-US" sz="1663" b="true">
                <a:solidFill>
                  <a:srgbClr val="3D271A"/>
                </a:solidFill>
                <a:latin typeface="Mali Bold"/>
                <a:ea typeface="Mali Bold"/>
                <a:cs typeface="Mali Bold"/>
                <a:sym typeface="Mali Bold"/>
              </a:rPr>
              <a:t>60</a:t>
            </a:r>
          </a:p>
          <a:p>
            <a:pPr algn="ctr">
              <a:lnSpc>
                <a:spcPts val="1330"/>
              </a:lnSpc>
            </a:pPr>
            <a:r>
              <a:rPr lang="en-US" sz="1663" b="true">
                <a:solidFill>
                  <a:srgbClr val="3D271A"/>
                </a:solidFill>
                <a:latin typeface="Mali Bold"/>
                <a:ea typeface="Mali Bold"/>
                <a:cs typeface="Mali Bold"/>
                <a:sym typeface="Mali Bold"/>
              </a:rPr>
              <a:t>min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1955" y="58875"/>
            <a:ext cx="18454266" cy="10380525"/>
          </a:xfrm>
          <a:custGeom>
            <a:avLst/>
            <a:gdLst/>
            <a:ahLst/>
            <a:cxnLst/>
            <a:rect r="r" b="b" t="t" l="l"/>
            <a:pathLst>
              <a:path h="10380525" w="18454266">
                <a:moveTo>
                  <a:pt x="0" y="0"/>
                </a:moveTo>
                <a:lnTo>
                  <a:pt x="18454266" y="0"/>
                </a:lnTo>
                <a:lnTo>
                  <a:pt x="18454266" y="10380525"/>
                </a:lnTo>
                <a:lnTo>
                  <a:pt x="0" y="103805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657850" y="428625"/>
            <a:ext cx="6972300" cy="1714500"/>
          </a:xfrm>
          <a:custGeom>
            <a:avLst/>
            <a:gdLst/>
            <a:ahLst/>
            <a:cxnLst/>
            <a:rect r="r" b="b" t="t" l="l"/>
            <a:pathLst>
              <a:path h="1714500" w="6972300">
                <a:moveTo>
                  <a:pt x="0" y="0"/>
                </a:moveTo>
                <a:lnTo>
                  <a:pt x="6972300" y="0"/>
                </a:lnTo>
                <a:lnTo>
                  <a:pt x="697230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09550" y="0"/>
            <a:ext cx="2190750" cy="1714500"/>
          </a:xfrm>
          <a:custGeom>
            <a:avLst/>
            <a:gdLst/>
            <a:ahLst/>
            <a:cxnLst/>
            <a:rect r="r" b="b" t="t" l="l"/>
            <a:pathLst>
              <a:path h="1714500" w="2190750">
                <a:moveTo>
                  <a:pt x="0" y="0"/>
                </a:moveTo>
                <a:lnTo>
                  <a:pt x="2190750" y="0"/>
                </a:lnTo>
                <a:lnTo>
                  <a:pt x="219075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048000" y="209550"/>
            <a:ext cx="876300" cy="1076325"/>
          </a:xfrm>
          <a:custGeom>
            <a:avLst/>
            <a:gdLst/>
            <a:ahLst/>
            <a:cxnLst/>
            <a:rect r="r" b="b" t="t" l="l"/>
            <a:pathLst>
              <a:path h="1076325" w="876300">
                <a:moveTo>
                  <a:pt x="0" y="0"/>
                </a:moveTo>
                <a:lnTo>
                  <a:pt x="876300" y="0"/>
                </a:lnTo>
                <a:lnTo>
                  <a:pt x="8763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133850" y="1066800"/>
            <a:ext cx="876300" cy="647700"/>
          </a:xfrm>
          <a:custGeom>
            <a:avLst/>
            <a:gdLst/>
            <a:ahLst/>
            <a:cxnLst/>
            <a:rect r="r" b="b" t="t" l="l"/>
            <a:pathLst>
              <a:path h="647700" w="876300">
                <a:moveTo>
                  <a:pt x="0" y="0"/>
                </a:moveTo>
                <a:lnTo>
                  <a:pt x="876300" y="0"/>
                </a:lnTo>
                <a:lnTo>
                  <a:pt x="87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85850" y="1495425"/>
            <a:ext cx="1314450" cy="1295400"/>
          </a:xfrm>
          <a:custGeom>
            <a:avLst/>
            <a:gdLst/>
            <a:ahLst/>
            <a:cxnLst/>
            <a:rect r="r" b="b" t="t" l="l"/>
            <a:pathLst>
              <a:path h="1295400" w="1314450">
                <a:moveTo>
                  <a:pt x="0" y="0"/>
                </a:moveTo>
                <a:lnTo>
                  <a:pt x="1314450" y="0"/>
                </a:lnTo>
                <a:lnTo>
                  <a:pt x="13144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171700" y="2143125"/>
            <a:ext cx="3924300" cy="2790825"/>
          </a:xfrm>
          <a:custGeom>
            <a:avLst/>
            <a:gdLst/>
            <a:ahLst/>
            <a:cxnLst/>
            <a:rect r="r" b="b" t="t" l="l"/>
            <a:pathLst>
              <a:path h="2790825" w="3924300">
                <a:moveTo>
                  <a:pt x="0" y="0"/>
                </a:moveTo>
                <a:lnTo>
                  <a:pt x="3924300" y="0"/>
                </a:lnTo>
                <a:lnTo>
                  <a:pt x="3924300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85850" y="3638550"/>
            <a:ext cx="876300" cy="2152650"/>
          </a:xfrm>
          <a:custGeom>
            <a:avLst/>
            <a:gdLst/>
            <a:ahLst/>
            <a:cxnLst/>
            <a:rect r="r" b="b" t="t" l="l"/>
            <a:pathLst>
              <a:path h="2152650" w="876300">
                <a:moveTo>
                  <a:pt x="0" y="0"/>
                </a:moveTo>
                <a:lnTo>
                  <a:pt x="876300" y="0"/>
                </a:lnTo>
                <a:lnTo>
                  <a:pt x="876300" y="2152650"/>
                </a:lnTo>
                <a:lnTo>
                  <a:pt x="0" y="21526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952625" y="5143500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828925" y="5143500"/>
            <a:ext cx="3705225" cy="2790825"/>
          </a:xfrm>
          <a:custGeom>
            <a:avLst/>
            <a:gdLst/>
            <a:ahLst/>
            <a:cxnLst/>
            <a:rect r="r" b="b" t="t" l="l"/>
            <a:pathLst>
              <a:path h="2790825" w="3705225">
                <a:moveTo>
                  <a:pt x="0" y="0"/>
                </a:moveTo>
                <a:lnTo>
                  <a:pt x="3705225" y="0"/>
                </a:lnTo>
                <a:lnTo>
                  <a:pt x="3705225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257550" y="8143875"/>
            <a:ext cx="885825" cy="647700"/>
          </a:xfrm>
          <a:custGeom>
            <a:avLst/>
            <a:gdLst/>
            <a:ahLst/>
            <a:cxnLst/>
            <a:rect r="r" b="b" t="t" l="l"/>
            <a:pathLst>
              <a:path h="647700" w="885825">
                <a:moveTo>
                  <a:pt x="0" y="0"/>
                </a:moveTo>
                <a:lnTo>
                  <a:pt x="885825" y="0"/>
                </a:lnTo>
                <a:lnTo>
                  <a:pt x="8858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352925" y="8572500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305550" y="4495800"/>
            <a:ext cx="447675" cy="647700"/>
          </a:xfrm>
          <a:custGeom>
            <a:avLst/>
            <a:gdLst/>
            <a:ahLst/>
            <a:cxnLst/>
            <a:rect r="r" b="b" t="t" l="l"/>
            <a:pathLst>
              <a:path h="647700" w="447675">
                <a:moveTo>
                  <a:pt x="0" y="0"/>
                </a:moveTo>
                <a:lnTo>
                  <a:pt x="447675" y="0"/>
                </a:lnTo>
                <a:lnTo>
                  <a:pt x="4476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743700" y="2352675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5876925" y="3000375"/>
            <a:ext cx="1533525" cy="1076325"/>
          </a:xfrm>
          <a:custGeom>
            <a:avLst/>
            <a:gdLst/>
            <a:ahLst/>
            <a:cxnLst/>
            <a:rect r="r" b="b" t="t" l="l"/>
            <a:pathLst>
              <a:path h="1076325" w="1533525">
                <a:moveTo>
                  <a:pt x="0" y="0"/>
                </a:moveTo>
                <a:lnTo>
                  <a:pt x="1533525" y="0"/>
                </a:lnTo>
                <a:lnTo>
                  <a:pt x="153352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962775" y="2352675"/>
            <a:ext cx="4362450" cy="5791200"/>
          </a:xfrm>
          <a:custGeom>
            <a:avLst/>
            <a:gdLst/>
            <a:ahLst/>
            <a:cxnLst/>
            <a:rect r="r" b="b" t="t" l="l"/>
            <a:pathLst>
              <a:path h="5791200" w="4362450">
                <a:moveTo>
                  <a:pt x="0" y="0"/>
                </a:moveTo>
                <a:lnTo>
                  <a:pt x="4362450" y="0"/>
                </a:lnTo>
                <a:lnTo>
                  <a:pt x="4362450" y="5791200"/>
                </a:lnTo>
                <a:lnTo>
                  <a:pt x="0" y="579120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7181850" y="7067550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6524625" y="5781675"/>
            <a:ext cx="1314450" cy="1076325"/>
          </a:xfrm>
          <a:custGeom>
            <a:avLst/>
            <a:gdLst/>
            <a:ahLst/>
            <a:cxnLst/>
            <a:rect r="r" b="b" t="t" l="l"/>
            <a:pathLst>
              <a:path h="1076325" w="1314450">
                <a:moveTo>
                  <a:pt x="0" y="0"/>
                </a:moveTo>
                <a:lnTo>
                  <a:pt x="1314450" y="0"/>
                </a:lnTo>
                <a:lnTo>
                  <a:pt x="1314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5219700" y="8353425"/>
            <a:ext cx="7629525" cy="1295400"/>
          </a:xfrm>
          <a:custGeom>
            <a:avLst/>
            <a:gdLst/>
            <a:ahLst/>
            <a:cxnLst/>
            <a:rect r="r" b="b" t="t" l="l"/>
            <a:pathLst>
              <a:path h="1295400" w="7629525">
                <a:moveTo>
                  <a:pt x="0" y="0"/>
                </a:moveTo>
                <a:lnTo>
                  <a:pt x="7629525" y="0"/>
                </a:lnTo>
                <a:lnTo>
                  <a:pt x="762952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1096625" y="7924800"/>
            <a:ext cx="1314450" cy="647700"/>
          </a:xfrm>
          <a:custGeom>
            <a:avLst/>
            <a:gdLst/>
            <a:ahLst/>
            <a:cxnLst/>
            <a:rect r="r" b="b" t="t" l="l"/>
            <a:pathLst>
              <a:path h="647700" w="1314450">
                <a:moveTo>
                  <a:pt x="0" y="0"/>
                </a:moveTo>
                <a:lnTo>
                  <a:pt x="1314450" y="0"/>
                </a:lnTo>
                <a:lnTo>
                  <a:pt x="13144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3058775" y="8353425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3496925" y="9001125"/>
            <a:ext cx="876300" cy="647700"/>
          </a:xfrm>
          <a:custGeom>
            <a:avLst/>
            <a:gdLst/>
            <a:ahLst/>
            <a:cxnLst/>
            <a:rect r="r" b="b" t="t" l="l"/>
            <a:pathLst>
              <a:path h="647700" w="876300">
                <a:moveTo>
                  <a:pt x="0" y="0"/>
                </a:moveTo>
                <a:lnTo>
                  <a:pt x="876300" y="0"/>
                </a:lnTo>
                <a:lnTo>
                  <a:pt x="87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2401550" y="2143125"/>
            <a:ext cx="3714750" cy="2790825"/>
          </a:xfrm>
          <a:custGeom>
            <a:avLst/>
            <a:gdLst/>
            <a:ahLst/>
            <a:cxnLst/>
            <a:rect r="r" b="b" t="t" l="l"/>
            <a:pathLst>
              <a:path h="2790825" w="3714750">
                <a:moveTo>
                  <a:pt x="0" y="0"/>
                </a:moveTo>
                <a:lnTo>
                  <a:pt x="3714750" y="0"/>
                </a:lnTo>
                <a:lnTo>
                  <a:pt x="3714750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0877550" y="2352675"/>
            <a:ext cx="885825" cy="866775"/>
          </a:xfrm>
          <a:custGeom>
            <a:avLst/>
            <a:gdLst/>
            <a:ahLst/>
            <a:cxnLst/>
            <a:rect r="r" b="b" t="t" l="l"/>
            <a:pathLst>
              <a:path h="866775" w="885825">
                <a:moveTo>
                  <a:pt x="0" y="0"/>
                </a:moveTo>
                <a:lnTo>
                  <a:pt x="885825" y="0"/>
                </a:lnTo>
                <a:lnTo>
                  <a:pt x="8858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0877550" y="3000375"/>
            <a:ext cx="1533525" cy="1076325"/>
          </a:xfrm>
          <a:custGeom>
            <a:avLst/>
            <a:gdLst/>
            <a:ahLst/>
            <a:cxnLst/>
            <a:rect r="r" b="b" t="t" l="l"/>
            <a:pathLst>
              <a:path h="1076325" w="1533525">
                <a:moveTo>
                  <a:pt x="0" y="0"/>
                </a:moveTo>
                <a:lnTo>
                  <a:pt x="1533525" y="0"/>
                </a:lnTo>
                <a:lnTo>
                  <a:pt x="153352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1972925" y="5143500"/>
            <a:ext cx="3924300" cy="2790825"/>
          </a:xfrm>
          <a:custGeom>
            <a:avLst/>
            <a:gdLst/>
            <a:ahLst/>
            <a:cxnLst/>
            <a:rect r="r" b="b" t="t" l="l"/>
            <a:pathLst>
              <a:path h="2790825" w="3924300">
                <a:moveTo>
                  <a:pt x="0" y="0"/>
                </a:moveTo>
                <a:lnTo>
                  <a:pt x="3924300" y="0"/>
                </a:lnTo>
                <a:lnTo>
                  <a:pt x="3924300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2472416" y="6074664"/>
            <a:ext cx="2999232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17"/>
              </a:lnSpc>
            </a:pPr>
            <a:r>
              <a:rPr lang="en-US" sz="2514" b="true">
                <a:solidFill>
                  <a:srgbClr val="222222"/>
                </a:solidFill>
                <a:latin typeface="Asap Bold"/>
                <a:ea typeface="Asap Bold"/>
                <a:cs typeface="Asap Bold"/>
                <a:sym typeface="Asap Bold"/>
              </a:rPr>
              <a:t>Khẩu hiệu Việt Nam (từ 2009)</a:t>
            </a:r>
          </a:p>
          <a:p>
            <a:pPr algn="ctr">
              <a:lnSpc>
                <a:spcPts val="3017"/>
              </a:lnSpc>
            </a:pPr>
            <a:r>
              <a:rPr lang="en-US" sz="2514">
                <a:solidFill>
                  <a:srgbClr val="222222"/>
                </a:solidFill>
                <a:latin typeface="Asap"/>
                <a:ea typeface="Asap"/>
                <a:cs typeface="Asap"/>
                <a:sym typeface="Asap"/>
              </a:rPr>
              <a:t>Tắt đèn bật tương lai.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1315700" y="4495800"/>
            <a:ext cx="876300" cy="866775"/>
          </a:xfrm>
          <a:custGeom>
            <a:avLst/>
            <a:gdLst/>
            <a:ahLst/>
            <a:cxnLst/>
            <a:rect r="r" b="b" t="t" l="l"/>
            <a:pathLst>
              <a:path h="866775" w="876300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0668000" y="5781675"/>
            <a:ext cx="1314450" cy="866775"/>
          </a:xfrm>
          <a:custGeom>
            <a:avLst/>
            <a:gdLst/>
            <a:ahLst/>
            <a:cxnLst/>
            <a:rect r="r" b="b" t="t" l="l"/>
            <a:pathLst>
              <a:path h="866775" w="1314450">
                <a:moveTo>
                  <a:pt x="0" y="0"/>
                </a:moveTo>
                <a:lnTo>
                  <a:pt x="1314450" y="0"/>
                </a:lnTo>
                <a:lnTo>
                  <a:pt x="131445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0010775" y="6858000"/>
            <a:ext cx="1095375" cy="1504950"/>
          </a:xfrm>
          <a:custGeom>
            <a:avLst/>
            <a:gdLst/>
            <a:ahLst/>
            <a:cxnLst/>
            <a:rect r="r" b="b" t="t" l="l"/>
            <a:pathLst>
              <a:path h="1504950" w="1095375">
                <a:moveTo>
                  <a:pt x="0" y="0"/>
                </a:moveTo>
                <a:lnTo>
                  <a:pt x="1095375" y="0"/>
                </a:lnTo>
                <a:lnTo>
                  <a:pt x="10953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5668625" y="1495425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3716000" y="857250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5020925" y="209550"/>
            <a:ext cx="657225" cy="1295400"/>
          </a:xfrm>
          <a:custGeom>
            <a:avLst/>
            <a:gdLst/>
            <a:ahLst/>
            <a:cxnLst/>
            <a:rect r="r" b="b" t="t" l="l"/>
            <a:pathLst>
              <a:path h="1295400" w="657225">
                <a:moveTo>
                  <a:pt x="0" y="0"/>
                </a:moveTo>
                <a:lnTo>
                  <a:pt x="657225" y="0"/>
                </a:lnTo>
                <a:lnTo>
                  <a:pt x="65722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6325850" y="209550"/>
            <a:ext cx="657225" cy="1295400"/>
          </a:xfrm>
          <a:custGeom>
            <a:avLst/>
            <a:gdLst/>
            <a:ahLst/>
            <a:cxnLst/>
            <a:rect r="r" b="b" t="t" l="l"/>
            <a:pathLst>
              <a:path h="1295400" w="657225">
                <a:moveTo>
                  <a:pt x="0" y="0"/>
                </a:moveTo>
                <a:lnTo>
                  <a:pt x="657225" y="0"/>
                </a:lnTo>
                <a:lnTo>
                  <a:pt x="65722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6544925" y="1924050"/>
            <a:ext cx="1533525" cy="1076325"/>
          </a:xfrm>
          <a:custGeom>
            <a:avLst/>
            <a:gdLst/>
            <a:ahLst/>
            <a:cxnLst/>
            <a:rect r="r" b="b" t="t" l="l"/>
            <a:pathLst>
              <a:path h="1076325" w="1533525">
                <a:moveTo>
                  <a:pt x="0" y="0"/>
                </a:moveTo>
                <a:lnTo>
                  <a:pt x="1533525" y="0"/>
                </a:lnTo>
                <a:lnTo>
                  <a:pt x="153352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6325850" y="3638550"/>
            <a:ext cx="876300" cy="2152650"/>
          </a:xfrm>
          <a:custGeom>
            <a:avLst/>
            <a:gdLst/>
            <a:ahLst/>
            <a:cxnLst/>
            <a:rect r="r" b="b" t="t" l="l"/>
            <a:pathLst>
              <a:path h="2152650" w="876300">
                <a:moveTo>
                  <a:pt x="0" y="0"/>
                </a:moveTo>
                <a:lnTo>
                  <a:pt x="876300" y="0"/>
                </a:lnTo>
                <a:lnTo>
                  <a:pt x="876300" y="2152650"/>
                </a:lnTo>
                <a:lnTo>
                  <a:pt x="0" y="2152650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5887700" y="5572125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647700" y="6000750"/>
            <a:ext cx="2619375" cy="4076700"/>
          </a:xfrm>
          <a:custGeom>
            <a:avLst/>
            <a:gdLst/>
            <a:ahLst/>
            <a:cxnLst/>
            <a:rect r="r" b="b" t="t" l="l"/>
            <a:pathLst>
              <a:path h="4076700" w="2619375">
                <a:moveTo>
                  <a:pt x="0" y="0"/>
                </a:moveTo>
                <a:lnTo>
                  <a:pt x="2619375" y="0"/>
                </a:lnTo>
                <a:lnTo>
                  <a:pt x="2619375" y="4076700"/>
                </a:lnTo>
                <a:lnTo>
                  <a:pt x="0" y="4076700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4363700" y="6638925"/>
            <a:ext cx="3495675" cy="3219450"/>
          </a:xfrm>
          <a:custGeom>
            <a:avLst/>
            <a:gdLst/>
            <a:ahLst/>
            <a:cxnLst/>
            <a:rect r="r" b="b" t="t" l="l"/>
            <a:pathLst>
              <a:path h="3219450" w="3495675">
                <a:moveTo>
                  <a:pt x="0" y="0"/>
                </a:moveTo>
                <a:lnTo>
                  <a:pt x="3495675" y="0"/>
                </a:lnTo>
                <a:lnTo>
                  <a:pt x="3495675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40"/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6199632" y="729099"/>
            <a:ext cx="6053328" cy="1316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05"/>
              </a:lnSpc>
            </a:pPr>
            <a:r>
              <a:rPr lang="en-US" b="true" sz="4641" spc="-139">
                <a:solidFill>
                  <a:srgbClr val="FFDE59"/>
                </a:solidFill>
                <a:latin typeface="Saira Heavy"/>
                <a:ea typeface="Saira Heavy"/>
                <a:cs typeface="Saira Heavy"/>
                <a:sym typeface="Saira Heavy"/>
              </a:rPr>
              <a:t>Hồ sơ 1:  Giờ Trái Đất </a:t>
            </a:r>
          </a:p>
          <a:p>
            <a:pPr algn="ctr">
              <a:lnSpc>
                <a:spcPts val="5105"/>
              </a:lnSpc>
            </a:pPr>
            <a:r>
              <a:rPr lang="en-US" b="true" sz="4641" spc="-139">
                <a:solidFill>
                  <a:srgbClr val="FFDE59"/>
                </a:solidFill>
                <a:latin typeface="Saira Heavy"/>
                <a:ea typeface="Saira Heavy"/>
                <a:cs typeface="Saira Heavy"/>
                <a:sym typeface="Saira Heavy"/>
              </a:rPr>
              <a:t>Sức mạnh của 60 phút!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834640" y="3104960"/>
            <a:ext cx="2761488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4"/>
              </a:lnSpc>
            </a:pPr>
            <a:r>
              <a:rPr lang="en-US" sz="2478" b="true">
                <a:solidFill>
                  <a:srgbClr val="222222"/>
                </a:solidFill>
                <a:latin typeface="Asap Bold"/>
                <a:ea typeface="Asap Bold"/>
                <a:cs typeface="Asap Bold"/>
                <a:sym typeface="Asap Bold"/>
              </a:rPr>
              <a:t>Ai khải xướng?</a:t>
            </a:r>
          </a:p>
          <a:p>
            <a:pPr algn="ctr">
              <a:lnSpc>
                <a:spcPts val="2974"/>
              </a:lnSpc>
            </a:pPr>
            <a:r>
              <a:rPr lang="en-US" sz="2478">
                <a:solidFill>
                  <a:srgbClr val="222222"/>
                </a:solidFill>
                <a:latin typeface="Asap"/>
                <a:ea typeface="Asap"/>
                <a:cs typeface="Asap"/>
                <a:sym typeface="Asap"/>
              </a:rPr>
              <a:t>Quỹ Quốc tế Bảo vệ Thiên nhiên (WWF).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3328416" y="5919574"/>
            <a:ext cx="2852928" cy="1544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7"/>
              </a:lnSpc>
            </a:pPr>
            <a:r>
              <a:rPr lang="en-US" sz="2656" b="true">
                <a:solidFill>
                  <a:srgbClr val="222222"/>
                </a:solidFill>
                <a:latin typeface="Asap Bold"/>
                <a:ea typeface="Asap Bold"/>
                <a:cs typeface="Asap Bold"/>
                <a:sym typeface="Asap Bold"/>
              </a:rPr>
              <a:t>Làm gì?</a:t>
            </a:r>
          </a:p>
          <a:p>
            <a:pPr algn="ctr">
              <a:lnSpc>
                <a:spcPts val="3027"/>
              </a:lnSpc>
            </a:pPr>
            <a:r>
              <a:rPr lang="en-US" sz="2656">
                <a:solidFill>
                  <a:srgbClr val="222222"/>
                </a:solidFill>
                <a:latin typeface="Asap"/>
                <a:ea typeface="Asap"/>
                <a:cs typeface="Asap"/>
                <a:sym typeface="Asap"/>
              </a:rPr>
              <a:t>Tắt các thiết bị điện không cần thiết trong 60 phút.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900416" y="3284601"/>
            <a:ext cx="2487168" cy="2638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55"/>
              </a:lnSpc>
            </a:pPr>
            <a:r>
              <a:rPr lang="en-US" sz="17296" b="true">
                <a:solidFill>
                  <a:srgbClr val="FFF8E9"/>
                </a:solidFill>
                <a:latin typeface="Asap Bold"/>
                <a:ea typeface="Asap Bold"/>
                <a:cs typeface="Asap Bold"/>
                <a:sym typeface="Asap Bold"/>
              </a:rPr>
              <a:t>60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053328" y="8632698"/>
            <a:ext cx="6272784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7"/>
              </a:lnSpc>
            </a:pPr>
            <a:r>
              <a:rPr lang="en-US" b="true" sz="2656" i="true">
                <a:solidFill>
                  <a:srgbClr val="222222"/>
                </a:solidFill>
                <a:latin typeface="Asap Bold Italics"/>
                <a:ea typeface="Asap Bold Italics"/>
                <a:cs typeface="Asap Bold Italics"/>
                <a:sym typeface="Asap Bold Italics"/>
              </a:rPr>
              <a:t>5 Mục đích: </a:t>
            </a:r>
            <a:r>
              <a:rPr lang="en-US" sz="2656">
                <a:solidFill>
                  <a:srgbClr val="222222"/>
                </a:solidFill>
                <a:latin typeface="Asap"/>
                <a:ea typeface="Asap"/>
                <a:cs typeface="Asap"/>
                <a:sym typeface="Asap"/>
              </a:rPr>
              <a:t>Tiết kiệm năng lượng, ứng phó</a:t>
            </a:r>
          </a:p>
          <a:p>
            <a:pPr algn="ctr">
              <a:lnSpc>
                <a:spcPts val="3187"/>
              </a:lnSpc>
            </a:pPr>
            <a:r>
              <a:rPr lang="en-US" sz="2656">
                <a:solidFill>
                  <a:srgbClr val="222222"/>
                </a:solidFill>
                <a:latin typeface="Asap"/>
                <a:ea typeface="Asap"/>
                <a:cs typeface="Asap"/>
                <a:sym typeface="Asap"/>
              </a:rPr>
              <a:t>biến đổi khí hậu, giữ Trái Đất xanh hơn.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655296" y="2985136"/>
            <a:ext cx="3218688" cy="1467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6"/>
              </a:lnSpc>
            </a:pPr>
            <a:r>
              <a:rPr lang="en-US" sz="2549" b="true">
                <a:solidFill>
                  <a:srgbClr val="222222"/>
                </a:solidFill>
                <a:latin typeface="Asap Bold"/>
                <a:ea typeface="Asap Bold"/>
                <a:cs typeface="Asap Bold"/>
                <a:sym typeface="Asap Bold"/>
              </a:rPr>
              <a:t>Khi nào?</a:t>
            </a:r>
          </a:p>
          <a:p>
            <a:pPr algn="ctr">
              <a:lnSpc>
                <a:spcPts val="2906"/>
              </a:lnSpc>
            </a:pPr>
            <a:r>
              <a:rPr lang="en-US" sz="2549">
                <a:solidFill>
                  <a:srgbClr val="222222"/>
                </a:solidFill>
                <a:latin typeface="Asap"/>
                <a:ea typeface="Asap"/>
                <a:cs typeface="Asap"/>
                <a:sym typeface="Asap"/>
              </a:rPr>
              <a:t>Từ 20h30 đến 21h30,</a:t>
            </a:r>
          </a:p>
          <a:p>
            <a:pPr algn="ctr">
              <a:lnSpc>
                <a:spcPts val="2906"/>
              </a:lnSpc>
            </a:pPr>
            <a:r>
              <a:rPr lang="en-US" sz="2549">
                <a:solidFill>
                  <a:srgbClr val="222222"/>
                </a:solidFill>
                <a:latin typeface="Asap"/>
                <a:ea typeface="Asap"/>
                <a:cs typeface="Asap"/>
                <a:sym typeface="Asap"/>
              </a:rPr>
              <a:t>Thứ Bảy cuối cùng của tháng Ba hằng năm.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481680" cy="10395945"/>
          </a:xfrm>
          <a:custGeom>
            <a:avLst/>
            <a:gdLst/>
            <a:ahLst/>
            <a:cxnLst/>
            <a:rect r="r" b="b" t="t" l="l"/>
            <a:pathLst>
              <a:path h="10395945" w="18481680">
                <a:moveTo>
                  <a:pt x="0" y="0"/>
                </a:moveTo>
                <a:lnTo>
                  <a:pt x="18481680" y="0"/>
                </a:lnTo>
                <a:lnTo>
                  <a:pt x="18481680" y="10395945"/>
                </a:lnTo>
                <a:lnTo>
                  <a:pt x="0" y="103959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84355" y="-93525"/>
            <a:ext cx="18454266" cy="10380525"/>
          </a:xfrm>
          <a:custGeom>
            <a:avLst/>
            <a:gdLst/>
            <a:ahLst/>
            <a:cxnLst/>
            <a:rect r="r" b="b" t="t" l="l"/>
            <a:pathLst>
              <a:path h="10380525" w="18454266">
                <a:moveTo>
                  <a:pt x="0" y="0"/>
                </a:moveTo>
                <a:lnTo>
                  <a:pt x="18454266" y="0"/>
                </a:lnTo>
                <a:lnTo>
                  <a:pt x="18454266" y="10380525"/>
                </a:lnTo>
                <a:lnTo>
                  <a:pt x="0" y="103805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18745" y="0"/>
            <a:ext cx="1761535" cy="1087724"/>
          </a:xfrm>
          <a:custGeom>
            <a:avLst/>
            <a:gdLst/>
            <a:ahLst/>
            <a:cxnLst/>
            <a:rect r="r" b="b" t="t" l="l"/>
            <a:pathLst>
              <a:path h="1087724" w="1761535">
                <a:moveTo>
                  <a:pt x="0" y="0"/>
                </a:moveTo>
                <a:lnTo>
                  <a:pt x="1761535" y="0"/>
                </a:lnTo>
                <a:lnTo>
                  <a:pt x="1761535" y="1087724"/>
                </a:lnTo>
                <a:lnTo>
                  <a:pt x="0" y="10877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37215" y="0"/>
            <a:ext cx="1992556" cy="1087724"/>
          </a:xfrm>
          <a:custGeom>
            <a:avLst/>
            <a:gdLst/>
            <a:ahLst/>
            <a:cxnLst/>
            <a:rect r="r" b="b" t="t" l="l"/>
            <a:pathLst>
              <a:path h="1087724" w="1992556">
                <a:moveTo>
                  <a:pt x="0" y="0"/>
                </a:moveTo>
                <a:lnTo>
                  <a:pt x="1992556" y="0"/>
                </a:lnTo>
                <a:lnTo>
                  <a:pt x="1992556" y="1087724"/>
                </a:lnTo>
                <a:lnTo>
                  <a:pt x="0" y="10877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720145" y="211769"/>
            <a:ext cx="885581" cy="1309119"/>
          </a:xfrm>
          <a:custGeom>
            <a:avLst/>
            <a:gdLst/>
            <a:ahLst/>
            <a:cxnLst/>
            <a:rect r="r" b="b" t="t" l="l"/>
            <a:pathLst>
              <a:path h="1309119" w="885581">
                <a:moveTo>
                  <a:pt x="0" y="0"/>
                </a:moveTo>
                <a:lnTo>
                  <a:pt x="885581" y="0"/>
                </a:lnTo>
                <a:lnTo>
                  <a:pt x="885581" y="1309119"/>
                </a:lnTo>
                <a:lnTo>
                  <a:pt x="0" y="13091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729771" y="2372778"/>
            <a:ext cx="1328371" cy="442790"/>
          </a:xfrm>
          <a:custGeom>
            <a:avLst/>
            <a:gdLst/>
            <a:ahLst/>
            <a:cxnLst/>
            <a:rect r="r" b="b" t="t" l="l"/>
            <a:pathLst>
              <a:path h="442790" w="1328371">
                <a:moveTo>
                  <a:pt x="0" y="0"/>
                </a:moveTo>
                <a:lnTo>
                  <a:pt x="1328371" y="0"/>
                </a:lnTo>
                <a:lnTo>
                  <a:pt x="1328371" y="442790"/>
                </a:lnTo>
                <a:lnTo>
                  <a:pt x="0" y="44279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416095" y="211769"/>
            <a:ext cx="3532696" cy="2820381"/>
          </a:xfrm>
          <a:custGeom>
            <a:avLst/>
            <a:gdLst/>
            <a:ahLst/>
            <a:cxnLst/>
            <a:rect r="r" b="b" t="t" l="l"/>
            <a:pathLst>
              <a:path h="2820381" w="3532696">
                <a:moveTo>
                  <a:pt x="0" y="0"/>
                </a:moveTo>
                <a:lnTo>
                  <a:pt x="3532696" y="0"/>
                </a:lnTo>
                <a:lnTo>
                  <a:pt x="3532696" y="2820382"/>
                </a:lnTo>
                <a:lnTo>
                  <a:pt x="0" y="282038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700700" y="0"/>
            <a:ext cx="4841815" cy="2165822"/>
          </a:xfrm>
          <a:custGeom>
            <a:avLst/>
            <a:gdLst/>
            <a:ahLst/>
            <a:cxnLst/>
            <a:rect r="r" b="b" t="t" l="l"/>
            <a:pathLst>
              <a:path h="2165822" w="4841815">
                <a:moveTo>
                  <a:pt x="0" y="0"/>
                </a:moveTo>
                <a:lnTo>
                  <a:pt x="4841815" y="0"/>
                </a:lnTo>
                <a:lnTo>
                  <a:pt x="4841815" y="2165822"/>
                </a:lnTo>
                <a:lnTo>
                  <a:pt x="0" y="216582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700700" y="1732658"/>
            <a:ext cx="5063210" cy="2165822"/>
          </a:xfrm>
          <a:custGeom>
            <a:avLst/>
            <a:gdLst/>
            <a:ahLst/>
            <a:cxnLst/>
            <a:rect r="r" b="b" t="t" l="l"/>
            <a:pathLst>
              <a:path h="2165822" w="5063210">
                <a:moveTo>
                  <a:pt x="0" y="0"/>
                </a:moveTo>
                <a:lnTo>
                  <a:pt x="5063210" y="0"/>
                </a:lnTo>
                <a:lnTo>
                  <a:pt x="5063210" y="2165821"/>
                </a:lnTo>
                <a:lnTo>
                  <a:pt x="0" y="216582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815120" y="3032151"/>
            <a:ext cx="6170186" cy="4331644"/>
          </a:xfrm>
          <a:custGeom>
            <a:avLst/>
            <a:gdLst/>
            <a:ahLst/>
            <a:cxnLst/>
            <a:rect r="r" b="b" t="t" l="l"/>
            <a:pathLst>
              <a:path h="4331644" w="6170186">
                <a:moveTo>
                  <a:pt x="0" y="0"/>
                </a:moveTo>
                <a:lnTo>
                  <a:pt x="6170186" y="0"/>
                </a:lnTo>
                <a:lnTo>
                  <a:pt x="6170186" y="4331643"/>
                </a:lnTo>
                <a:lnTo>
                  <a:pt x="0" y="433164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815120" y="2810756"/>
            <a:ext cx="673811" cy="654560"/>
          </a:xfrm>
          <a:custGeom>
            <a:avLst/>
            <a:gdLst/>
            <a:ahLst/>
            <a:cxnLst/>
            <a:rect r="r" b="b" t="t" l="l"/>
            <a:pathLst>
              <a:path h="654560" w="673811">
                <a:moveTo>
                  <a:pt x="0" y="0"/>
                </a:moveTo>
                <a:lnTo>
                  <a:pt x="673811" y="0"/>
                </a:lnTo>
                <a:lnTo>
                  <a:pt x="673811" y="654559"/>
                </a:lnTo>
                <a:lnTo>
                  <a:pt x="0" y="65455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194700" y="3243920"/>
            <a:ext cx="1549766" cy="1309119"/>
          </a:xfrm>
          <a:custGeom>
            <a:avLst/>
            <a:gdLst/>
            <a:ahLst/>
            <a:cxnLst/>
            <a:rect r="r" b="b" t="t" l="l"/>
            <a:pathLst>
              <a:path h="1309119" w="1549766">
                <a:moveTo>
                  <a:pt x="0" y="0"/>
                </a:moveTo>
                <a:lnTo>
                  <a:pt x="1549765" y="0"/>
                </a:lnTo>
                <a:lnTo>
                  <a:pt x="1549765" y="1309119"/>
                </a:lnTo>
                <a:lnTo>
                  <a:pt x="0" y="130911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513444" y="3898479"/>
            <a:ext cx="452416" cy="654560"/>
          </a:xfrm>
          <a:custGeom>
            <a:avLst/>
            <a:gdLst/>
            <a:ahLst/>
            <a:cxnLst/>
            <a:rect r="r" b="b" t="t" l="l"/>
            <a:pathLst>
              <a:path h="654560" w="452416">
                <a:moveTo>
                  <a:pt x="0" y="0"/>
                </a:moveTo>
                <a:lnTo>
                  <a:pt x="452417" y="0"/>
                </a:lnTo>
                <a:lnTo>
                  <a:pt x="452417" y="654560"/>
                </a:lnTo>
                <a:lnTo>
                  <a:pt x="0" y="65456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4399025" y="3465315"/>
            <a:ext cx="2425721" cy="1299493"/>
          </a:xfrm>
          <a:custGeom>
            <a:avLst/>
            <a:gdLst/>
            <a:ahLst/>
            <a:cxnLst/>
            <a:rect r="r" b="b" t="t" l="l"/>
            <a:pathLst>
              <a:path h="1299493" w="2425721">
                <a:moveTo>
                  <a:pt x="0" y="0"/>
                </a:moveTo>
                <a:lnTo>
                  <a:pt x="2425720" y="0"/>
                </a:lnTo>
                <a:lnTo>
                  <a:pt x="2425720" y="1299493"/>
                </a:lnTo>
                <a:lnTo>
                  <a:pt x="0" y="129949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975680" y="3898479"/>
            <a:ext cx="885581" cy="866329"/>
          </a:xfrm>
          <a:custGeom>
            <a:avLst/>
            <a:gdLst/>
            <a:ahLst/>
            <a:cxnLst/>
            <a:rect r="r" b="b" t="t" l="l"/>
            <a:pathLst>
              <a:path h="866329" w="885581">
                <a:moveTo>
                  <a:pt x="0" y="0"/>
                </a:moveTo>
                <a:lnTo>
                  <a:pt x="885580" y="0"/>
                </a:lnTo>
                <a:lnTo>
                  <a:pt x="885580" y="866329"/>
                </a:lnTo>
                <a:lnTo>
                  <a:pt x="0" y="86632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958610" y="3677084"/>
            <a:ext cx="1549766" cy="1520888"/>
          </a:xfrm>
          <a:custGeom>
            <a:avLst/>
            <a:gdLst/>
            <a:ahLst/>
            <a:cxnLst/>
            <a:rect r="r" b="b" t="t" l="l"/>
            <a:pathLst>
              <a:path h="1520888" w="1549766">
                <a:moveTo>
                  <a:pt x="0" y="0"/>
                </a:moveTo>
                <a:lnTo>
                  <a:pt x="1549766" y="0"/>
                </a:lnTo>
                <a:lnTo>
                  <a:pt x="1549766" y="1520889"/>
                </a:lnTo>
                <a:lnTo>
                  <a:pt x="0" y="152088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613169" y="4543413"/>
            <a:ext cx="673811" cy="654560"/>
          </a:xfrm>
          <a:custGeom>
            <a:avLst/>
            <a:gdLst/>
            <a:ahLst/>
            <a:cxnLst/>
            <a:rect r="r" b="b" t="t" l="l"/>
            <a:pathLst>
              <a:path h="654560" w="673811">
                <a:moveTo>
                  <a:pt x="0" y="0"/>
                </a:moveTo>
                <a:lnTo>
                  <a:pt x="673812" y="0"/>
                </a:lnTo>
                <a:lnTo>
                  <a:pt x="673812" y="654560"/>
                </a:lnTo>
                <a:lnTo>
                  <a:pt x="0" y="65456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194700" y="4764808"/>
            <a:ext cx="2868511" cy="4986203"/>
          </a:xfrm>
          <a:custGeom>
            <a:avLst/>
            <a:gdLst/>
            <a:ahLst/>
            <a:cxnLst/>
            <a:rect r="r" b="b" t="t" l="l"/>
            <a:pathLst>
              <a:path h="4986203" w="2868511">
                <a:moveTo>
                  <a:pt x="0" y="0"/>
                </a:moveTo>
                <a:lnTo>
                  <a:pt x="2868510" y="0"/>
                </a:lnTo>
                <a:lnTo>
                  <a:pt x="2868510" y="4986203"/>
                </a:lnTo>
                <a:lnTo>
                  <a:pt x="0" y="4986203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751909" y="7142399"/>
            <a:ext cx="895206" cy="875955"/>
          </a:xfrm>
          <a:custGeom>
            <a:avLst/>
            <a:gdLst/>
            <a:ahLst/>
            <a:cxnLst/>
            <a:rect r="r" b="b" t="t" l="l"/>
            <a:pathLst>
              <a:path h="875955" w="895206">
                <a:moveTo>
                  <a:pt x="0" y="0"/>
                </a:moveTo>
                <a:lnTo>
                  <a:pt x="895207" y="0"/>
                </a:lnTo>
                <a:lnTo>
                  <a:pt x="895207" y="875955"/>
                </a:lnTo>
                <a:lnTo>
                  <a:pt x="0" y="87595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751909" y="8441892"/>
            <a:ext cx="1116602" cy="875955"/>
          </a:xfrm>
          <a:custGeom>
            <a:avLst/>
            <a:gdLst/>
            <a:ahLst/>
            <a:cxnLst/>
            <a:rect r="r" b="b" t="t" l="l"/>
            <a:pathLst>
              <a:path h="875955" w="1116602">
                <a:moveTo>
                  <a:pt x="0" y="0"/>
                </a:moveTo>
                <a:lnTo>
                  <a:pt x="1116602" y="0"/>
                </a:lnTo>
                <a:lnTo>
                  <a:pt x="1116602" y="875955"/>
                </a:lnTo>
                <a:lnTo>
                  <a:pt x="0" y="87595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6498750" y="6497466"/>
            <a:ext cx="664185" cy="866329"/>
          </a:xfrm>
          <a:custGeom>
            <a:avLst/>
            <a:gdLst/>
            <a:ahLst/>
            <a:cxnLst/>
            <a:rect r="r" b="b" t="t" l="l"/>
            <a:pathLst>
              <a:path h="866329" w="664185">
                <a:moveTo>
                  <a:pt x="0" y="0"/>
                </a:moveTo>
                <a:lnTo>
                  <a:pt x="664185" y="0"/>
                </a:lnTo>
                <a:lnTo>
                  <a:pt x="664185" y="866328"/>
                </a:lnTo>
                <a:lnTo>
                  <a:pt x="0" y="866328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4737215" y="7363794"/>
            <a:ext cx="2647116" cy="2165822"/>
          </a:xfrm>
          <a:custGeom>
            <a:avLst/>
            <a:gdLst/>
            <a:ahLst/>
            <a:cxnLst/>
            <a:rect r="r" b="b" t="t" l="l"/>
            <a:pathLst>
              <a:path h="2165822" w="2647116">
                <a:moveTo>
                  <a:pt x="0" y="0"/>
                </a:moveTo>
                <a:lnTo>
                  <a:pt x="2647115" y="0"/>
                </a:lnTo>
                <a:lnTo>
                  <a:pt x="2647115" y="2165822"/>
                </a:lnTo>
                <a:lnTo>
                  <a:pt x="0" y="216582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4515820" y="5842906"/>
            <a:ext cx="885581" cy="2387217"/>
          </a:xfrm>
          <a:custGeom>
            <a:avLst/>
            <a:gdLst/>
            <a:ahLst/>
            <a:cxnLst/>
            <a:rect r="r" b="b" t="t" l="l"/>
            <a:pathLst>
              <a:path h="2387217" w="885581">
                <a:moveTo>
                  <a:pt x="0" y="0"/>
                </a:moveTo>
                <a:lnTo>
                  <a:pt x="885580" y="0"/>
                </a:lnTo>
                <a:lnTo>
                  <a:pt x="885580" y="2387217"/>
                </a:lnTo>
                <a:lnTo>
                  <a:pt x="0" y="2387217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5939165" y="6930630"/>
            <a:ext cx="8364885" cy="2820381"/>
          </a:xfrm>
          <a:custGeom>
            <a:avLst/>
            <a:gdLst/>
            <a:ahLst/>
            <a:cxnLst/>
            <a:rect r="r" b="b" t="t" l="l"/>
            <a:pathLst>
              <a:path h="2820381" w="8364885">
                <a:moveTo>
                  <a:pt x="0" y="0"/>
                </a:moveTo>
                <a:lnTo>
                  <a:pt x="8364885" y="0"/>
                </a:lnTo>
                <a:lnTo>
                  <a:pt x="8364885" y="2820381"/>
                </a:lnTo>
                <a:lnTo>
                  <a:pt x="0" y="282038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-103588">
            <a:off x="6197232" y="7350495"/>
            <a:ext cx="7746647" cy="1980652"/>
            <a:chOff x="0" y="0"/>
            <a:chExt cx="1614999" cy="41292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614999" cy="412921"/>
            </a:xfrm>
            <a:custGeom>
              <a:avLst/>
              <a:gdLst/>
              <a:ahLst/>
              <a:cxnLst/>
              <a:rect r="r" b="b" t="t" l="l"/>
              <a:pathLst>
                <a:path h="412921" w="1614999">
                  <a:moveTo>
                    <a:pt x="0" y="0"/>
                  </a:moveTo>
                  <a:lnTo>
                    <a:pt x="1614999" y="0"/>
                  </a:lnTo>
                  <a:lnTo>
                    <a:pt x="1614999" y="412921"/>
                  </a:lnTo>
                  <a:lnTo>
                    <a:pt x="0" y="412921"/>
                  </a:lnTo>
                  <a:close/>
                </a:path>
              </a:pathLst>
            </a:custGeom>
            <a:solidFill>
              <a:srgbClr val="FFDE59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13197075" y="8441892"/>
            <a:ext cx="1549766" cy="1520888"/>
          </a:xfrm>
          <a:custGeom>
            <a:avLst/>
            <a:gdLst/>
            <a:ahLst/>
            <a:cxnLst/>
            <a:rect r="r" b="b" t="t" l="l"/>
            <a:pathLst>
              <a:path h="1520888" w="1549766">
                <a:moveTo>
                  <a:pt x="0" y="0"/>
                </a:moveTo>
                <a:lnTo>
                  <a:pt x="1549766" y="0"/>
                </a:lnTo>
                <a:lnTo>
                  <a:pt x="1549766" y="1520889"/>
                </a:lnTo>
                <a:lnTo>
                  <a:pt x="0" y="1520889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11981479" y="9577241"/>
            <a:ext cx="5954262" cy="653622"/>
            <a:chOff x="0" y="0"/>
            <a:chExt cx="7939016" cy="87149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939016" cy="871496"/>
            </a:xfrm>
            <a:custGeom>
              <a:avLst/>
              <a:gdLst/>
              <a:ahLst/>
              <a:cxnLst/>
              <a:rect r="r" b="b" t="t" l="l"/>
              <a:pathLst>
                <a:path h="871496" w="7939016">
                  <a:moveTo>
                    <a:pt x="0" y="0"/>
                  </a:moveTo>
                  <a:lnTo>
                    <a:pt x="7939016" y="0"/>
                  </a:lnTo>
                  <a:lnTo>
                    <a:pt x="7939016" y="871496"/>
                  </a:lnTo>
                  <a:lnTo>
                    <a:pt x="0" y="8714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>
                <a:fillRect l="0" t="-11453" r="0" b="-1145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 rot="0">
              <a:off x="622520" y="234994"/>
              <a:ext cx="6956090" cy="3684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86"/>
                </a:lnSpc>
              </a:pPr>
              <a:r>
                <a:rPr lang="en-US" sz="1821" b="true">
                  <a:solidFill>
                    <a:srgbClr val="4F3C2D"/>
                  </a:solidFill>
                  <a:latin typeface="Asap Bold"/>
                  <a:ea typeface="Asap Bold"/>
                  <a:cs typeface="Asap Bold"/>
                  <a:sym typeface="Asap Bold"/>
                </a:rPr>
                <a:t>(Theo Bảo điện tử Đảng Cộng sản Việt Nam, 2023)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-91578">
            <a:off x="6282142" y="7636860"/>
            <a:ext cx="7672299" cy="1417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3"/>
              </a:lnSpc>
              <a:spcBef>
                <a:spcPct val="0"/>
              </a:spcBef>
            </a:pPr>
            <a:r>
              <a:rPr lang="en-US" sz="2485">
                <a:solidFill>
                  <a:srgbClr val="000000"/>
                </a:solidFill>
                <a:latin typeface="Sanchez"/>
                <a:ea typeface="Sanchez"/>
                <a:cs typeface="Sanchez"/>
                <a:sym typeface="Sanchez"/>
              </a:rPr>
              <a:t>Đây là số tiền tương đương với lượng điện cả nước đã tiết kiệm được chỉ sau 60 phút tắt đèn hưởng ứng Giờ Trái Đất!</a:t>
            </a:r>
          </a:p>
          <a:p>
            <a:pPr algn="ctr">
              <a:lnSpc>
                <a:spcPts val="2833"/>
              </a:lnSpc>
              <a:spcBef>
                <a:spcPct val="0"/>
              </a:spcBef>
            </a:pPr>
            <a:r>
              <a:rPr lang="en-US" sz="2485">
                <a:solidFill>
                  <a:srgbClr val="000000"/>
                </a:solidFill>
                <a:latin typeface="Sanchez"/>
                <a:ea typeface="Sanchez"/>
                <a:cs typeface="Sanchez"/>
                <a:sym typeface="Sanchez"/>
              </a:rPr>
              <a:t>(Đánh dấu hành trình 15 năm kết nối và lan toả).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5755084" y="4764808"/>
            <a:ext cx="8630945" cy="2107420"/>
            <a:chOff x="0" y="0"/>
            <a:chExt cx="11507926" cy="2809894"/>
          </a:xfrm>
        </p:grpSpPr>
        <p:sp>
          <p:nvSpPr>
            <p:cNvPr name="TextBox 34" id="34"/>
            <p:cNvSpPr txBox="true"/>
            <p:nvPr/>
          </p:nvSpPr>
          <p:spPr>
            <a:xfrm rot="0">
              <a:off x="0" y="676372"/>
              <a:ext cx="11507926" cy="16140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846"/>
                </a:lnSpc>
              </a:pPr>
              <a:r>
                <a:rPr lang="en-US" sz="8846" spc="-265">
                  <a:solidFill>
                    <a:srgbClr val="FFFFFF"/>
                  </a:solidFill>
                  <a:latin typeface="VAG Rounded Next Shine"/>
                  <a:ea typeface="VAG Rounded Next Shine"/>
                  <a:cs typeface="VAG Rounded Next Shine"/>
                  <a:sym typeface="VAG Rounded Next Shine"/>
                </a:rPr>
                <a:t>555,6 Triêu Đông!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-5400000">
              <a:off x="8979449" y="-440563"/>
              <a:ext cx="913069" cy="17941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363"/>
                </a:lnSpc>
              </a:pPr>
              <a:r>
                <a:rPr lang="en-US" sz="5939" spc="-178">
                  <a:solidFill>
                    <a:srgbClr val="FFFFFF"/>
                  </a:solidFill>
                  <a:latin typeface="VAG Rounded Next Shine"/>
                  <a:ea typeface="VAG Rounded Next Shine"/>
                  <a:cs typeface="VAG Rounded Next Shine"/>
                  <a:sym typeface="VAG Rounded Next Shine"/>
                </a:rPr>
                <a:t>‘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-5400000">
              <a:off x="5122934" y="1673478"/>
              <a:ext cx="766759" cy="15060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222"/>
                </a:lnSpc>
              </a:pPr>
              <a:r>
                <a:rPr lang="en-US" sz="4987" spc="-149">
                  <a:solidFill>
                    <a:srgbClr val="FFFFFF"/>
                  </a:solidFill>
                  <a:latin typeface="VAG Rounded Next Shine"/>
                  <a:ea typeface="VAG Rounded Next Shine"/>
                  <a:cs typeface="VAG Rounded Next Shine"/>
                  <a:sym typeface="VAG Rounded Next Shine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6266" y="0"/>
            <a:ext cx="18454266" cy="10380525"/>
          </a:xfrm>
          <a:custGeom>
            <a:avLst/>
            <a:gdLst/>
            <a:ahLst/>
            <a:cxnLst/>
            <a:rect r="r" b="b" t="t" l="l"/>
            <a:pathLst>
              <a:path h="10380525" w="18454266">
                <a:moveTo>
                  <a:pt x="0" y="0"/>
                </a:moveTo>
                <a:lnTo>
                  <a:pt x="18454266" y="0"/>
                </a:lnTo>
                <a:lnTo>
                  <a:pt x="18454266" y="10380525"/>
                </a:lnTo>
                <a:lnTo>
                  <a:pt x="0" y="103805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66266" y="0"/>
            <a:ext cx="2201056" cy="1951154"/>
          </a:xfrm>
          <a:custGeom>
            <a:avLst/>
            <a:gdLst/>
            <a:ahLst/>
            <a:cxnLst/>
            <a:rect r="r" b="b" t="t" l="l"/>
            <a:pathLst>
              <a:path h="1951154" w="2201056">
                <a:moveTo>
                  <a:pt x="0" y="0"/>
                </a:moveTo>
                <a:lnTo>
                  <a:pt x="2201056" y="0"/>
                </a:lnTo>
                <a:lnTo>
                  <a:pt x="2201056" y="1951154"/>
                </a:lnTo>
                <a:lnTo>
                  <a:pt x="0" y="19511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25178" y="0"/>
            <a:ext cx="1105334" cy="865044"/>
          </a:xfrm>
          <a:custGeom>
            <a:avLst/>
            <a:gdLst/>
            <a:ahLst/>
            <a:cxnLst/>
            <a:rect r="r" b="b" t="t" l="l"/>
            <a:pathLst>
              <a:path h="865044" w="1105334">
                <a:moveTo>
                  <a:pt x="0" y="0"/>
                </a:moveTo>
                <a:lnTo>
                  <a:pt x="1105334" y="0"/>
                </a:lnTo>
                <a:lnTo>
                  <a:pt x="1105334" y="865044"/>
                </a:lnTo>
                <a:lnTo>
                  <a:pt x="0" y="8650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991222" y="0"/>
            <a:ext cx="884267" cy="865044"/>
          </a:xfrm>
          <a:custGeom>
            <a:avLst/>
            <a:gdLst/>
            <a:ahLst/>
            <a:cxnLst/>
            <a:rect r="r" b="b" t="t" l="l"/>
            <a:pathLst>
              <a:path h="865044" w="884267">
                <a:moveTo>
                  <a:pt x="0" y="0"/>
                </a:moveTo>
                <a:lnTo>
                  <a:pt x="884267" y="0"/>
                </a:lnTo>
                <a:lnTo>
                  <a:pt x="884267" y="865044"/>
                </a:lnTo>
                <a:lnTo>
                  <a:pt x="0" y="8650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865878" y="0"/>
            <a:ext cx="2422122" cy="1951154"/>
          </a:xfrm>
          <a:custGeom>
            <a:avLst/>
            <a:gdLst/>
            <a:ahLst/>
            <a:cxnLst/>
            <a:rect r="r" b="b" t="t" l="l"/>
            <a:pathLst>
              <a:path h="1951154" w="2422122">
                <a:moveTo>
                  <a:pt x="0" y="0"/>
                </a:moveTo>
                <a:lnTo>
                  <a:pt x="2422122" y="0"/>
                </a:lnTo>
                <a:lnTo>
                  <a:pt x="2422122" y="1951154"/>
                </a:lnTo>
                <a:lnTo>
                  <a:pt x="0" y="19511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674434" y="2595131"/>
            <a:ext cx="663200" cy="653589"/>
          </a:xfrm>
          <a:custGeom>
            <a:avLst/>
            <a:gdLst/>
            <a:ahLst/>
            <a:cxnLst/>
            <a:rect r="r" b="b" t="t" l="l"/>
            <a:pathLst>
              <a:path h="653589" w="663200">
                <a:moveTo>
                  <a:pt x="0" y="0"/>
                </a:moveTo>
                <a:lnTo>
                  <a:pt x="663200" y="0"/>
                </a:lnTo>
                <a:lnTo>
                  <a:pt x="663200" y="653589"/>
                </a:lnTo>
                <a:lnTo>
                  <a:pt x="0" y="65358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08389" y="6266761"/>
            <a:ext cx="663200" cy="653589"/>
          </a:xfrm>
          <a:custGeom>
            <a:avLst/>
            <a:gdLst/>
            <a:ahLst/>
            <a:cxnLst/>
            <a:rect r="r" b="b" t="t" l="l"/>
            <a:pathLst>
              <a:path h="653589" w="663200">
                <a:moveTo>
                  <a:pt x="0" y="0"/>
                </a:moveTo>
                <a:lnTo>
                  <a:pt x="663201" y="0"/>
                </a:lnTo>
                <a:lnTo>
                  <a:pt x="663201" y="653589"/>
                </a:lnTo>
                <a:lnTo>
                  <a:pt x="0" y="65358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447301" y="8429370"/>
            <a:ext cx="442133" cy="442133"/>
          </a:xfrm>
          <a:custGeom>
            <a:avLst/>
            <a:gdLst/>
            <a:ahLst/>
            <a:cxnLst/>
            <a:rect r="r" b="b" t="t" l="l"/>
            <a:pathLst>
              <a:path h="442133" w="442133">
                <a:moveTo>
                  <a:pt x="0" y="0"/>
                </a:moveTo>
                <a:lnTo>
                  <a:pt x="442133" y="0"/>
                </a:lnTo>
                <a:lnTo>
                  <a:pt x="442133" y="442134"/>
                </a:lnTo>
                <a:lnTo>
                  <a:pt x="0" y="44213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879822" y="8650437"/>
            <a:ext cx="672812" cy="653589"/>
          </a:xfrm>
          <a:custGeom>
            <a:avLst/>
            <a:gdLst/>
            <a:ahLst/>
            <a:cxnLst/>
            <a:rect r="r" b="b" t="t" l="l"/>
            <a:pathLst>
              <a:path h="653589" w="672812">
                <a:moveTo>
                  <a:pt x="0" y="0"/>
                </a:moveTo>
                <a:lnTo>
                  <a:pt x="672812" y="0"/>
                </a:lnTo>
                <a:lnTo>
                  <a:pt x="672812" y="653589"/>
                </a:lnTo>
                <a:lnTo>
                  <a:pt x="0" y="65358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308011" y="8650437"/>
            <a:ext cx="663200" cy="653589"/>
          </a:xfrm>
          <a:custGeom>
            <a:avLst/>
            <a:gdLst/>
            <a:ahLst/>
            <a:cxnLst/>
            <a:rect r="r" b="b" t="t" l="l"/>
            <a:pathLst>
              <a:path h="653589" w="663200">
                <a:moveTo>
                  <a:pt x="0" y="0"/>
                </a:moveTo>
                <a:lnTo>
                  <a:pt x="663200" y="0"/>
                </a:lnTo>
                <a:lnTo>
                  <a:pt x="663200" y="653589"/>
                </a:lnTo>
                <a:lnTo>
                  <a:pt x="0" y="65358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529078" y="7785393"/>
            <a:ext cx="663200" cy="653589"/>
          </a:xfrm>
          <a:custGeom>
            <a:avLst/>
            <a:gdLst/>
            <a:ahLst/>
            <a:cxnLst/>
            <a:rect r="r" b="b" t="t" l="l"/>
            <a:pathLst>
              <a:path h="653589" w="663200">
                <a:moveTo>
                  <a:pt x="0" y="0"/>
                </a:moveTo>
                <a:lnTo>
                  <a:pt x="663200" y="0"/>
                </a:lnTo>
                <a:lnTo>
                  <a:pt x="663200" y="653589"/>
                </a:lnTo>
                <a:lnTo>
                  <a:pt x="0" y="65358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226234" y="0"/>
            <a:ext cx="9448200" cy="2816198"/>
          </a:xfrm>
          <a:custGeom>
            <a:avLst/>
            <a:gdLst/>
            <a:ahLst/>
            <a:cxnLst/>
            <a:rect r="r" b="b" t="t" l="l"/>
            <a:pathLst>
              <a:path h="2816198" w="9448200">
                <a:moveTo>
                  <a:pt x="0" y="0"/>
                </a:moveTo>
                <a:lnTo>
                  <a:pt x="9448200" y="0"/>
                </a:lnTo>
                <a:lnTo>
                  <a:pt x="9448200" y="2816198"/>
                </a:lnTo>
                <a:lnTo>
                  <a:pt x="0" y="281619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08389" y="3239108"/>
            <a:ext cx="1989601" cy="2816198"/>
          </a:xfrm>
          <a:custGeom>
            <a:avLst/>
            <a:gdLst/>
            <a:ahLst/>
            <a:cxnLst/>
            <a:rect r="r" b="b" t="t" l="l"/>
            <a:pathLst>
              <a:path h="2816198" w="1989601">
                <a:moveTo>
                  <a:pt x="0" y="0"/>
                </a:moveTo>
                <a:lnTo>
                  <a:pt x="1989601" y="0"/>
                </a:lnTo>
                <a:lnTo>
                  <a:pt x="1989601" y="2816198"/>
                </a:lnTo>
                <a:lnTo>
                  <a:pt x="0" y="281619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543023" y="3892697"/>
            <a:ext cx="2201056" cy="2595131"/>
          </a:xfrm>
          <a:custGeom>
            <a:avLst/>
            <a:gdLst/>
            <a:ahLst/>
            <a:cxnLst/>
            <a:rect r="r" b="b" t="t" l="l"/>
            <a:pathLst>
              <a:path h="2595131" w="2201056">
                <a:moveTo>
                  <a:pt x="0" y="0"/>
                </a:moveTo>
                <a:lnTo>
                  <a:pt x="2201055" y="0"/>
                </a:lnTo>
                <a:lnTo>
                  <a:pt x="2201055" y="2595131"/>
                </a:lnTo>
                <a:lnTo>
                  <a:pt x="0" y="259513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-237600">
            <a:off x="5885897" y="4506878"/>
            <a:ext cx="1550158" cy="432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0"/>
              </a:lnSpc>
            </a:pPr>
            <a:r>
              <a:rPr lang="en-US" sz="2859">
                <a:solidFill>
                  <a:srgbClr val="4F3C2D"/>
                </a:solidFill>
                <a:latin typeface="Francois One"/>
                <a:ea typeface="Francois One"/>
                <a:cs typeface="Francois One"/>
                <a:sym typeface="Francois One"/>
              </a:rPr>
              <a:t>Năm 2009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9603922" y="3892697"/>
            <a:ext cx="2643189" cy="3248720"/>
          </a:xfrm>
          <a:custGeom>
            <a:avLst/>
            <a:gdLst/>
            <a:ahLst/>
            <a:cxnLst/>
            <a:rect r="r" b="b" t="t" l="l"/>
            <a:pathLst>
              <a:path h="3248720" w="2643189">
                <a:moveTo>
                  <a:pt x="0" y="0"/>
                </a:moveTo>
                <a:lnTo>
                  <a:pt x="2643189" y="0"/>
                </a:lnTo>
                <a:lnTo>
                  <a:pt x="2643189" y="3248719"/>
                </a:lnTo>
                <a:lnTo>
                  <a:pt x="0" y="324871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-309188">
            <a:off x="10226394" y="4483977"/>
            <a:ext cx="1402524" cy="907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4"/>
              </a:lnSpc>
            </a:pPr>
            <a:r>
              <a:rPr lang="en-US" sz="2394">
                <a:solidFill>
                  <a:srgbClr val="4F3C2D"/>
                </a:solidFill>
                <a:latin typeface="Francois One"/>
                <a:ea typeface="Francois One"/>
                <a:cs typeface="Francois One"/>
                <a:sym typeface="Francois One"/>
              </a:rPr>
              <a:t>Ngày 22 tháng 4 hằng năm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167355" y="7785393"/>
            <a:ext cx="3221880" cy="1578110"/>
            <a:chOff x="0" y="0"/>
            <a:chExt cx="1301254" cy="63736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01254" cy="637368"/>
            </a:xfrm>
            <a:custGeom>
              <a:avLst/>
              <a:gdLst/>
              <a:ahLst/>
              <a:cxnLst/>
              <a:rect r="r" b="b" t="t" l="l"/>
              <a:pathLst>
                <a:path h="637368" w="1301254">
                  <a:moveTo>
                    <a:pt x="100923" y="0"/>
                  </a:moveTo>
                  <a:lnTo>
                    <a:pt x="1200331" y="0"/>
                  </a:lnTo>
                  <a:cubicBezTo>
                    <a:pt x="1227098" y="0"/>
                    <a:pt x="1252768" y="10633"/>
                    <a:pt x="1271694" y="29560"/>
                  </a:cubicBezTo>
                  <a:cubicBezTo>
                    <a:pt x="1290621" y="48486"/>
                    <a:pt x="1301254" y="74156"/>
                    <a:pt x="1301254" y="100923"/>
                  </a:cubicBezTo>
                  <a:lnTo>
                    <a:pt x="1301254" y="536445"/>
                  </a:lnTo>
                  <a:cubicBezTo>
                    <a:pt x="1301254" y="563211"/>
                    <a:pt x="1290621" y="588881"/>
                    <a:pt x="1271694" y="607808"/>
                  </a:cubicBezTo>
                  <a:cubicBezTo>
                    <a:pt x="1252768" y="626735"/>
                    <a:pt x="1227098" y="637368"/>
                    <a:pt x="1200331" y="637368"/>
                  </a:cubicBezTo>
                  <a:lnTo>
                    <a:pt x="100923" y="637368"/>
                  </a:lnTo>
                  <a:cubicBezTo>
                    <a:pt x="74156" y="637368"/>
                    <a:pt x="48486" y="626735"/>
                    <a:pt x="29560" y="607808"/>
                  </a:cubicBezTo>
                  <a:cubicBezTo>
                    <a:pt x="10633" y="588881"/>
                    <a:pt x="0" y="563211"/>
                    <a:pt x="0" y="536445"/>
                  </a:cubicBezTo>
                  <a:lnTo>
                    <a:pt x="0" y="100923"/>
                  </a:lnTo>
                  <a:cubicBezTo>
                    <a:pt x="0" y="74156"/>
                    <a:pt x="10633" y="48486"/>
                    <a:pt x="29560" y="29560"/>
                  </a:cubicBezTo>
                  <a:cubicBezTo>
                    <a:pt x="48486" y="10633"/>
                    <a:pt x="74156" y="0"/>
                    <a:pt x="100923" y="0"/>
                  </a:cubicBezTo>
                  <a:close/>
                </a:path>
              </a:pathLst>
            </a:custGeom>
            <a:solidFill>
              <a:srgbClr val="D4EBE9"/>
            </a:solidFill>
            <a:ln w="38100" cap="rnd">
              <a:solidFill>
                <a:srgbClr val="000000"/>
              </a:solidFill>
              <a:prstDash val="lgDash"/>
              <a:round/>
            </a:ln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929456" y="4969196"/>
            <a:ext cx="15388167" cy="2816198"/>
          </a:xfrm>
          <a:custGeom>
            <a:avLst/>
            <a:gdLst/>
            <a:ahLst/>
            <a:cxnLst/>
            <a:rect r="r" b="b" t="t" l="l"/>
            <a:pathLst>
              <a:path h="2816198" w="15388167">
                <a:moveTo>
                  <a:pt x="0" y="0"/>
                </a:moveTo>
                <a:lnTo>
                  <a:pt x="15388167" y="0"/>
                </a:lnTo>
                <a:lnTo>
                  <a:pt x="15388167" y="2816197"/>
                </a:lnTo>
                <a:lnTo>
                  <a:pt x="0" y="2816197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1473378" y="5190262"/>
            <a:ext cx="3738911" cy="2383676"/>
          </a:xfrm>
          <a:custGeom>
            <a:avLst/>
            <a:gdLst/>
            <a:ahLst/>
            <a:cxnLst/>
            <a:rect r="r" b="b" t="t" l="l"/>
            <a:pathLst>
              <a:path h="2383676" w="3738911">
                <a:moveTo>
                  <a:pt x="0" y="0"/>
                </a:moveTo>
                <a:lnTo>
                  <a:pt x="3738911" y="0"/>
                </a:lnTo>
                <a:lnTo>
                  <a:pt x="3738911" y="2383676"/>
                </a:lnTo>
                <a:lnTo>
                  <a:pt x="0" y="2383676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4106955" y="2595131"/>
            <a:ext cx="3527456" cy="3892697"/>
          </a:xfrm>
          <a:custGeom>
            <a:avLst/>
            <a:gdLst/>
            <a:ahLst/>
            <a:cxnLst/>
            <a:rect r="r" b="b" t="t" l="l"/>
            <a:pathLst>
              <a:path h="3892697" w="3527456">
                <a:moveTo>
                  <a:pt x="0" y="0"/>
                </a:moveTo>
                <a:lnTo>
                  <a:pt x="3527456" y="0"/>
                </a:lnTo>
                <a:lnTo>
                  <a:pt x="3527456" y="3892697"/>
                </a:lnTo>
                <a:lnTo>
                  <a:pt x="0" y="3892697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086944" y="5190262"/>
            <a:ext cx="1989601" cy="1951154"/>
          </a:xfrm>
          <a:custGeom>
            <a:avLst/>
            <a:gdLst/>
            <a:ahLst/>
            <a:cxnLst/>
            <a:rect r="r" b="b" t="t" l="l"/>
            <a:pathLst>
              <a:path h="1951154" w="1989601">
                <a:moveTo>
                  <a:pt x="0" y="0"/>
                </a:moveTo>
                <a:lnTo>
                  <a:pt x="1989601" y="0"/>
                </a:lnTo>
                <a:lnTo>
                  <a:pt x="1989601" y="1951154"/>
                </a:lnTo>
                <a:lnTo>
                  <a:pt x="0" y="1951154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7778296" y="3517991"/>
            <a:ext cx="1825627" cy="1317771"/>
          </a:xfrm>
          <a:custGeom>
            <a:avLst/>
            <a:gdLst/>
            <a:ahLst/>
            <a:cxnLst/>
            <a:rect r="r" b="b" t="t" l="l"/>
            <a:pathLst>
              <a:path h="1317771" w="1825627">
                <a:moveTo>
                  <a:pt x="0" y="0"/>
                </a:moveTo>
                <a:lnTo>
                  <a:pt x="1825626" y="0"/>
                </a:lnTo>
                <a:lnTo>
                  <a:pt x="1825626" y="1317771"/>
                </a:lnTo>
                <a:lnTo>
                  <a:pt x="0" y="1317771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6" id="26"/>
          <p:cNvSpPr/>
          <p:nvPr/>
        </p:nvSpPr>
        <p:spPr>
          <a:xfrm flipH="false" flipV="false" rot="0">
            <a:off x="2771118" y="3128524"/>
            <a:ext cx="2853754" cy="1840672"/>
          </a:xfrm>
          <a:custGeom>
            <a:avLst/>
            <a:gdLst/>
            <a:ahLst/>
            <a:cxnLst/>
            <a:rect r="r" b="b" t="t" l="l"/>
            <a:pathLst>
              <a:path h="1840672" w="2853754">
                <a:moveTo>
                  <a:pt x="0" y="0"/>
                </a:moveTo>
                <a:lnTo>
                  <a:pt x="2853755" y="0"/>
                </a:lnTo>
                <a:lnTo>
                  <a:pt x="2853755" y="1840672"/>
                </a:lnTo>
                <a:lnTo>
                  <a:pt x="0" y="184067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3462729" y="2349044"/>
            <a:ext cx="450166" cy="467154"/>
          </a:xfrm>
          <a:custGeom>
            <a:avLst/>
            <a:gdLst/>
            <a:ahLst/>
            <a:cxnLst/>
            <a:rect r="r" b="b" t="t" l="l"/>
            <a:pathLst>
              <a:path h="467154" w="450166">
                <a:moveTo>
                  <a:pt x="0" y="0"/>
                </a:moveTo>
                <a:lnTo>
                  <a:pt x="450167" y="0"/>
                </a:lnTo>
                <a:lnTo>
                  <a:pt x="450167" y="467154"/>
                </a:lnTo>
                <a:lnTo>
                  <a:pt x="0" y="467154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-4562432">
            <a:off x="2284612" y="1430280"/>
            <a:ext cx="1675917" cy="1426053"/>
          </a:xfrm>
          <a:custGeom>
            <a:avLst/>
            <a:gdLst/>
            <a:ahLst/>
            <a:cxnLst/>
            <a:rect r="r" b="b" t="t" l="l"/>
            <a:pathLst>
              <a:path h="1426053" w="1675917">
                <a:moveTo>
                  <a:pt x="0" y="0"/>
                </a:moveTo>
                <a:lnTo>
                  <a:pt x="1675917" y="0"/>
                </a:lnTo>
                <a:lnTo>
                  <a:pt x="1675917" y="1426053"/>
                </a:lnTo>
                <a:lnTo>
                  <a:pt x="0" y="1426053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alphaModFix amt="61000"/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true" rot="-1038137">
            <a:off x="13844054" y="1585695"/>
            <a:ext cx="1400235" cy="1353684"/>
          </a:xfrm>
          <a:custGeom>
            <a:avLst/>
            <a:gdLst/>
            <a:ahLst/>
            <a:cxnLst/>
            <a:rect r="r" b="b" t="t" l="l"/>
            <a:pathLst>
              <a:path h="1353684" w="1400235">
                <a:moveTo>
                  <a:pt x="0" y="1353685"/>
                </a:moveTo>
                <a:lnTo>
                  <a:pt x="1400235" y="1353685"/>
                </a:lnTo>
                <a:lnTo>
                  <a:pt x="1400235" y="0"/>
                </a:lnTo>
                <a:lnTo>
                  <a:pt x="0" y="0"/>
                </a:lnTo>
                <a:lnTo>
                  <a:pt x="0" y="1353685"/>
                </a:lnTo>
                <a:close/>
              </a:path>
            </a:pathLst>
          </a:custGeom>
          <a:blipFill>
            <a:blip r:embed="rId28">
              <a:alphaModFix amt="70000"/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11472224" y="8226174"/>
            <a:ext cx="3604733" cy="1225685"/>
            <a:chOff x="0" y="0"/>
            <a:chExt cx="1455881" cy="49503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455881" cy="495030"/>
            </a:xfrm>
            <a:custGeom>
              <a:avLst/>
              <a:gdLst/>
              <a:ahLst/>
              <a:cxnLst/>
              <a:rect r="r" b="b" t="t" l="l"/>
              <a:pathLst>
                <a:path h="495030" w="1455881">
                  <a:moveTo>
                    <a:pt x="90204" y="0"/>
                  </a:moveTo>
                  <a:lnTo>
                    <a:pt x="1365677" y="0"/>
                  </a:lnTo>
                  <a:cubicBezTo>
                    <a:pt x="1389600" y="0"/>
                    <a:pt x="1412544" y="9504"/>
                    <a:pt x="1429461" y="26420"/>
                  </a:cubicBezTo>
                  <a:cubicBezTo>
                    <a:pt x="1446377" y="43337"/>
                    <a:pt x="1455881" y="66280"/>
                    <a:pt x="1455881" y="90204"/>
                  </a:cubicBezTo>
                  <a:lnTo>
                    <a:pt x="1455881" y="404826"/>
                  </a:lnTo>
                  <a:cubicBezTo>
                    <a:pt x="1455881" y="454644"/>
                    <a:pt x="1415495" y="495030"/>
                    <a:pt x="1365677" y="495030"/>
                  </a:cubicBezTo>
                  <a:lnTo>
                    <a:pt x="90204" y="495030"/>
                  </a:lnTo>
                  <a:cubicBezTo>
                    <a:pt x="66280" y="495030"/>
                    <a:pt x="43337" y="485526"/>
                    <a:pt x="26420" y="468610"/>
                  </a:cubicBezTo>
                  <a:cubicBezTo>
                    <a:pt x="9504" y="451693"/>
                    <a:pt x="0" y="428750"/>
                    <a:pt x="0" y="404826"/>
                  </a:cubicBezTo>
                  <a:lnTo>
                    <a:pt x="0" y="90204"/>
                  </a:lnTo>
                  <a:cubicBezTo>
                    <a:pt x="0" y="40386"/>
                    <a:pt x="40386" y="0"/>
                    <a:pt x="90204" y="0"/>
                  </a:cubicBezTo>
                  <a:close/>
                </a:path>
              </a:pathLst>
            </a:custGeom>
            <a:solidFill>
              <a:srgbClr val="D4EBE9"/>
            </a:solidFill>
            <a:ln w="38100" cap="rnd">
              <a:solidFill>
                <a:srgbClr val="000000"/>
              </a:solidFill>
              <a:prstDash val="lgDash"/>
              <a:round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525196" y="6851260"/>
            <a:ext cx="2922104" cy="1578110"/>
            <a:chOff x="0" y="0"/>
            <a:chExt cx="1180180" cy="63736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80180" cy="637368"/>
            </a:xfrm>
            <a:custGeom>
              <a:avLst/>
              <a:gdLst/>
              <a:ahLst/>
              <a:cxnLst/>
              <a:rect r="r" b="b" t="t" l="l"/>
              <a:pathLst>
                <a:path h="637368" w="1180180">
                  <a:moveTo>
                    <a:pt x="111276" y="0"/>
                  </a:moveTo>
                  <a:lnTo>
                    <a:pt x="1068904" y="0"/>
                  </a:lnTo>
                  <a:cubicBezTo>
                    <a:pt x="1098416" y="0"/>
                    <a:pt x="1126720" y="11724"/>
                    <a:pt x="1147588" y="32592"/>
                  </a:cubicBezTo>
                  <a:cubicBezTo>
                    <a:pt x="1168457" y="53460"/>
                    <a:pt x="1180180" y="81764"/>
                    <a:pt x="1180180" y="111276"/>
                  </a:cubicBezTo>
                  <a:lnTo>
                    <a:pt x="1180180" y="526091"/>
                  </a:lnTo>
                  <a:cubicBezTo>
                    <a:pt x="1180180" y="587547"/>
                    <a:pt x="1130360" y="637368"/>
                    <a:pt x="1068904" y="637368"/>
                  </a:cubicBezTo>
                  <a:lnTo>
                    <a:pt x="111276" y="637368"/>
                  </a:lnTo>
                  <a:cubicBezTo>
                    <a:pt x="81764" y="637368"/>
                    <a:pt x="53460" y="625644"/>
                    <a:pt x="32592" y="604775"/>
                  </a:cubicBezTo>
                  <a:cubicBezTo>
                    <a:pt x="11724" y="583907"/>
                    <a:pt x="0" y="555604"/>
                    <a:pt x="0" y="526091"/>
                  </a:cubicBezTo>
                  <a:lnTo>
                    <a:pt x="0" y="111276"/>
                  </a:lnTo>
                  <a:cubicBezTo>
                    <a:pt x="0" y="81764"/>
                    <a:pt x="11724" y="53460"/>
                    <a:pt x="32592" y="32592"/>
                  </a:cubicBezTo>
                  <a:cubicBezTo>
                    <a:pt x="53460" y="11724"/>
                    <a:pt x="81764" y="0"/>
                    <a:pt x="111276" y="0"/>
                  </a:cubicBezTo>
                  <a:close/>
                </a:path>
              </a:pathLst>
            </a:custGeom>
            <a:solidFill>
              <a:srgbClr val="D4EBE9"/>
            </a:solidFill>
            <a:ln w="38100" cap="rnd">
              <a:solidFill>
                <a:srgbClr val="000000"/>
              </a:solidFill>
              <a:prstDash val="lgDash"/>
              <a:round/>
            </a:ln>
          </p:spPr>
        </p:sp>
      </p:grpSp>
      <p:sp>
        <p:nvSpPr>
          <p:cNvPr name="Freeform 34" id="34"/>
          <p:cNvSpPr/>
          <p:nvPr/>
        </p:nvSpPr>
        <p:spPr>
          <a:xfrm flipH="false" flipV="false" rot="0">
            <a:off x="12676323" y="2143306"/>
            <a:ext cx="1196536" cy="1252917"/>
          </a:xfrm>
          <a:custGeom>
            <a:avLst/>
            <a:gdLst/>
            <a:ahLst/>
            <a:cxnLst/>
            <a:rect r="r" b="b" t="t" l="l"/>
            <a:pathLst>
              <a:path h="1252917" w="1196536">
                <a:moveTo>
                  <a:pt x="0" y="0"/>
                </a:moveTo>
                <a:lnTo>
                  <a:pt x="1196536" y="0"/>
                </a:lnTo>
                <a:lnTo>
                  <a:pt x="1196536" y="1252918"/>
                </a:lnTo>
                <a:lnTo>
                  <a:pt x="0" y="1252918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5443831" y="1101489"/>
            <a:ext cx="7234072" cy="132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76"/>
              </a:lnSpc>
            </a:pPr>
            <a:r>
              <a:rPr lang="en-US" sz="4397" b="true">
                <a:solidFill>
                  <a:srgbClr val="4F3C2D"/>
                </a:solidFill>
                <a:latin typeface="Asap Bold"/>
                <a:ea typeface="Asap Bold"/>
                <a:cs typeface="Asap Bold"/>
                <a:sym typeface="Asap Bold"/>
              </a:rPr>
              <a:t>Hồ sơ 2: Ngày Trái Đất</a:t>
            </a:r>
          </a:p>
          <a:p>
            <a:pPr algn="ctr">
              <a:lnSpc>
                <a:spcPts val="5276"/>
              </a:lnSpc>
            </a:pPr>
            <a:r>
              <a:rPr lang="en-US" sz="4397" b="true">
                <a:solidFill>
                  <a:srgbClr val="4F3C2D"/>
                </a:solidFill>
                <a:latin typeface="Asap Bold"/>
                <a:ea typeface="Asap Bold"/>
                <a:cs typeface="Asap Bold"/>
                <a:sym typeface="Asap Bold"/>
              </a:rPr>
              <a:t> Hành trình lan toả toàn cầu</a:t>
            </a:r>
          </a:p>
        </p:txBody>
      </p:sp>
      <p:sp>
        <p:nvSpPr>
          <p:cNvPr name="TextBox 36" id="36"/>
          <p:cNvSpPr txBox="true"/>
          <p:nvPr/>
        </p:nvSpPr>
        <p:spPr>
          <a:xfrm rot="-237600">
            <a:off x="959272" y="3895196"/>
            <a:ext cx="1550158" cy="451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9"/>
              </a:lnSpc>
            </a:pPr>
            <a:r>
              <a:rPr lang="en-US" sz="2966">
                <a:solidFill>
                  <a:srgbClr val="4F3C2D"/>
                </a:solidFill>
                <a:latin typeface="Francois One"/>
                <a:ea typeface="Francois One"/>
                <a:cs typeface="Francois One"/>
                <a:sym typeface="Francois One"/>
              </a:rPr>
              <a:t>Năm 1970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808341" y="7041158"/>
            <a:ext cx="2472872" cy="1105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5"/>
              </a:lnSpc>
            </a:pPr>
            <a:r>
              <a:rPr lang="en-US" sz="2429" b="true">
                <a:solidFill>
                  <a:srgbClr val="4F3C2D"/>
                </a:solidFill>
                <a:latin typeface="Asap Bold"/>
                <a:ea typeface="Asap Bold"/>
                <a:cs typeface="Asap Bold"/>
                <a:sym typeface="Asap Bold"/>
              </a:rPr>
              <a:t>Mỹ - Nơi đầu tiên đề xuất Ngày Trái Đất.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182002" y="7954644"/>
            <a:ext cx="3192588" cy="1105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5"/>
              </a:lnSpc>
            </a:pPr>
            <a:r>
              <a:rPr lang="en-US" sz="2429" b="true">
                <a:solidFill>
                  <a:srgbClr val="4F3C2D"/>
                </a:solidFill>
                <a:latin typeface="Asap Bold"/>
                <a:ea typeface="Asap Bold"/>
                <a:cs typeface="Asap Bold"/>
                <a:sym typeface="Asap Bold"/>
              </a:rPr>
              <a:t>Liên hợp quốc - Chính thức công nhận Ngày Trái Đất toàn cầu.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607556" y="8464251"/>
            <a:ext cx="3469402" cy="740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5"/>
              </a:lnSpc>
            </a:pPr>
            <a:r>
              <a:rPr lang="en-US" sz="2429" b="true">
                <a:solidFill>
                  <a:srgbClr val="4F3C2D"/>
                </a:solidFill>
                <a:latin typeface="Asap Bold"/>
                <a:ea typeface="Asap Bold"/>
                <a:cs typeface="Asap Bold"/>
                <a:sym typeface="Asap Bold"/>
              </a:rPr>
              <a:t>Tuyên truyền, trồng cây xanh, thu gom rác thải...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4707872" y="3577715"/>
            <a:ext cx="2638960" cy="1585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3"/>
              </a:lnSpc>
            </a:pPr>
            <a:r>
              <a:rPr lang="en-US" sz="2644" b="true">
                <a:solidFill>
                  <a:srgbClr val="4F3C2D"/>
                </a:solidFill>
                <a:latin typeface="Asap Bold"/>
                <a:ea typeface="Asap Bold"/>
                <a:cs typeface="Asap Bold"/>
                <a:sym typeface="Asap Bold"/>
              </a:rPr>
              <a:t>Hiện nay, sự kiện không chỉ diễn ra trong 1 ngày, mà kéo dài cả tuần!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487323" y="9294414"/>
            <a:ext cx="4844245" cy="653589"/>
            <a:chOff x="0" y="0"/>
            <a:chExt cx="6458993" cy="87145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458993" cy="871451"/>
            </a:xfrm>
            <a:custGeom>
              <a:avLst/>
              <a:gdLst/>
              <a:ahLst/>
              <a:cxnLst/>
              <a:rect r="r" b="b" t="t" l="l"/>
              <a:pathLst>
                <a:path h="871451" w="6458993">
                  <a:moveTo>
                    <a:pt x="0" y="0"/>
                  </a:moveTo>
                  <a:lnTo>
                    <a:pt x="6458993" y="0"/>
                  </a:lnTo>
                  <a:lnTo>
                    <a:pt x="6458993" y="871451"/>
                  </a:lnTo>
                  <a:lnTo>
                    <a:pt x="0" y="8714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/>
              <a:stretch>
                <a:fillRect l="0" t="0" r="0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 rot="0">
              <a:off x="506467" y="234994"/>
              <a:ext cx="5659308" cy="3683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86"/>
                </a:lnSpc>
              </a:pPr>
              <a:r>
                <a:rPr lang="en-US" sz="1821" b="true">
                  <a:solidFill>
                    <a:srgbClr val="4F3C2D"/>
                  </a:solidFill>
                  <a:latin typeface="Asap Bold"/>
                  <a:ea typeface="Asap Bold"/>
                  <a:cs typeface="Asap Bold"/>
                  <a:sym typeface="Asap Bold"/>
                </a:rPr>
                <a:t>(Theo Tạp chí Kinh tế Môi trường, 2022)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4000" y="428625"/>
            <a:ext cx="15240000" cy="1714500"/>
          </a:xfrm>
          <a:custGeom>
            <a:avLst/>
            <a:gdLst/>
            <a:ahLst/>
            <a:cxnLst/>
            <a:rect r="r" b="b" t="t" l="l"/>
            <a:pathLst>
              <a:path h="1714500" w="15240000">
                <a:moveTo>
                  <a:pt x="0" y="0"/>
                </a:moveTo>
                <a:lnTo>
                  <a:pt x="15240000" y="0"/>
                </a:lnTo>
                <a:lnTo>
                  <a:pt x="1524000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56816" y="1134428"/>
            <a:ext cx="14374368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97"/>
              </a:lnSpc>
            </a:pPr>
            <a:r>
              <a:rPr lang="en-US" sz="4747" b="true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Sổ Tay Của Bi: Phân biệt Giờ Trái Đất và Ngày Trái Đất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7829550" y="209550"/>
            <a:ext cx="2628900" cy="866775"/>
          </a:xfrm>
          <a:custGeom>
            <a:avLst/>
            <a:gdLst/>
            <a:ahLst/>
            <a:cxnLst/>
            <a:rect r="r" b="b" t="t" l="l"/>
            <a:pathLst>
              <a:path h="866775" w="2628900">
                <a:moveTo>
                  <a:pt x="0" y="0"/>
                </a:moveTo>
                <a:lnTo>
                  <a:pt x="2628900" y="0"/>
                </a:lnTo>
                <a:lnTo>
                  <a:pt x="26289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66775" y="1714500"/>
            <a:ext cx="1314450" cy="1933575"/>
          </a:xfrm>
          <a:custGeom>
            <a:avLst/>
            <a:gdLst/>
            <a:ahLst/>
            <a:cxnLst/>
            <a:rect r="r" b="b" t="t" l="l"/>
            <a:pathLst>
              <a:path h="1933575" w="1314450">
                <a:moveTo>
                  <a:pt x="0" y="0"/>
                </a:moveTo>
                <a:lnTo>
                  <a:pt x="1314450" y="0"/>
                </a:lnTo>
                <a:lnTo>
                  <a:pt x="131445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106775" y="1495425"/>
            <a:ext cx="1314450" cy="2581275"/>
          </a:xfrm>
          <a:custGeom>
            <a:avLst/>
            <a:gdLst/>
            <a:ahLst/>
            <a:cxnLst/>
            <a:rect r="r" b="b" t="t" l="l"/>
            <a:pathLst>
              <a:path h="2581275" w="1314450">
                <a:moveTo>
                  <a:pt x="0" y="0"/>
                </a:moveTo>
                <a:lnTo>
                  <a:pt x="1314450" y="0"/>
                </a:lnTo>
                <a:lnTo>
                  <a:pt x="1314450" y="2581275"/>
                </a:lnTo>
                <a:lnTo>
                  <a:pt x="0" y="25812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171700" y="2143125"/>
            <a:ext cx="1971675" cy="1504950"/>
          </a:xfrm>
          <a:custGeom>
            <a:avLst/>
            <a:gdLst/>
            <a:ahLst/>
            <a:cxnLst/>
            <a:rect r="r" b="b" t="t" l="l"/>
            <a:pathLst>
              <a:path h="1504950" w="1971675">
                <a:moveTo>
                  <a:pt x="0" y="0"/>
                </a:moveTo>
                <a:lnTo>
                  <a:pt x="1971675" y="0"/>
                </a:lnTo>
                <a:lnTo>
                  <a:pt x="19716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144625" y="2143125"/>
            <a:ext cx="1752600" cy="1504950"/>
          </a:xfrm>
          <a:custGeom>
            <a:avLst/>
            <a:gdLst/>
            <a:ahLst/>
            <a:cxnLst/>
            <a:rect r="r" b="b" t="t" l="l"/>
            <a:pathLst>
              <a:path h="1504950" w="1752600">
                <a:moveTo>
                  <a:pt x="0" y="0"/>
                </a:moveTo>
                <a:lnTo>
                  <a:pt x="1752600" y="0"/>
                </a:lnTo>
                <a:lnTo>
                  <a:pt x="17526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609850" y="2571750"/>
            <a:ext cx="13068300" cy="7077075"/>
          </a:xfrm>
          <a:custGeom>
            <a:avLst/>
            <a:gdLst/>
            <a:ahLst/>
            <a:cxnLst/>
            <a:rect r="r" b="b" t="t" l="l"/>
            <a:pathLst>
              <a:path h="7077075" w="13068300">
                <a:moveTo>
                  <a:pt x="0" y="0"/>
                </a:moveTo>
                <a:lnTo>
                  <a:pt x="13068300" y="0"/>
                </a:lnTo>
                <a:lnTo>
                  <a:pt x="13068300" y="7077075"/>
                </a:lnTo>
                <a:lnTo>
                  <a:pt x="0" y="70770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781550" y="2781300"/>
            <a:ext cx="3495675" cy="1076325"/>
          </a:xfrm>
          <a:custGeom>
            <a:avLst/>
            <a:gdLst/>
            <a:ahLst/>
            <a:cxnLst/>
            <a:rect r="r" b="b" t="t" l="l"/>
            <a:pathLst>
              <a:path h="1076325" w="3495675">
                <a:moveTo>
                  <a:pt x="0" y="0"/>
                </a:moveTo>
                <a:lnTo>
                  <a:pt x="3495675" y="0"/>
                </a:lnTo>
                <a:lnTo>
                  <a:pt x="34956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468112" y="3066669"/>
            <a:ext cx="2450592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5"/>
              </a:lnSpc>
            </a:pPr>
            <a:r>
              <a:rPr lang="en-US" sz="3471" b="true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Giờ Trái Đất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7829550" y="2781300"/>
            <a:ext cx="1104900" cy="1076325"/>
          </a:xfrm>
          <a:custGeom>
            <a:avLst/>
            <a:gdLst/>
            <a:ahLst/>
            <a:cxnLst/>
            <a:rect r="r" b="b" t="t" l="l"/>
            <a:pathLst>
              <a:path h="1076325" w="1104900">
                <a:moveTo>
                  <a:pt x="0" y="0"/>
                </a:moveTo>
                <a:lnTo>
                  <a:pt x="1104900" y="0"/>
                </a:lnTo>
                <a:lnTo>
                  <a:pt x="11049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448925" y="2781300"/>
            <a:ext cx="3486150" cy="1076325"/>
          </a:xfrm>
          <a:custGeom>
            <a:avLst/>
            <a:gdLst/>
            <a:ahLst/>
            <a:cxnLst/>
            <a:rect r="r" b="b" t="t" l="l"/>
            <a:pathLst>
              <a:path h="1076325" w="3486150">
                <a:moveTo>
                  <a:pt x="0" y="0"/>
                </a:moveTo>
                <a:lnTo>
                  <a:pt x="3486150" y="0"/>
                </a:lnTo>
                <a:lnTo>
                  <a:pt x="34861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899648" y="3066669"/>
            <a:ext cx="2724912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5"/>
              </a:lnSpc>
            </a:pPr>
            <a:r>
              <a:rPr lang="en-US" sz="3471" b="true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Ngày Trái Đất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3716000" y="2781300"/>
            <a:ext cx="876300" cy="1076325"/>
          </a:xfrm>
          <a:custGeom>
            <a:avLst/>
            <a:gdLst/>
            <a:ahLst/>
            <a:cxnLst/>
            <a:rect r="r" b="b" t="t" l="l"/>
            <a:pathLst>
              <a:path h="1076325" w="876300">
                <a:moveTo>
                  <a:pt x="0" y="0"/>
                </a:moveTo>
                <a:lnTo>
                  <a:pt x="876300" y="0"/>
                </a:lnTo>
                <a:lnTo>
                  <a:pt x="8763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733550" y="3857625"/>
            <a:ext cx="1104900" cy="1076325"/>
          </a:xfrm>
          <a:custGeom>
            <a:avLst/>
            <a:gdLst/>
            <a:ahLst/>
            <a:cxnLst/>
            <a:rect r="r" b="b" t="t" l="l"/>
            <a:pathLst>
              <a:path h="1076325" w="1104900">
                <a:moveTo>
                  <a:pt x="0" y="0"/>
                </a:moveTo>
                <a:lnTo>
                  <a:pt x="1104900" y="0"/>
                </a:lnTo>
                <a:lnTo>
                  <a:pt x="11049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3127248" y="4134993"/>
            <a:ext cx="694944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2"/>
              </a:lnSpc>
            </a:pPr>
            <a:r>
              <a:rPr lang="en-US" sz="2443" b="true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Thời điểm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590288" y="4017645"/>
            <a:ext cx="4224528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0"/>
              </a:lnSpc>
            </a:pPr>
            <a:r>
              <a:rPr lang="en-US" sz="2975" b="true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1 Giờ</a:t>
            </a:r>
          </a:p>
          <a:p>
            <a:pPr algn="ctr">
              <a:lnSpc>
                <a:spcPts val="3570"/>
              </a:lnSpc>
            </a:pPr>
            <a:r>
              <a:rPr lang="en-US" sz="2975" b="true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(Thứ 7 cuối cùng tháng 3)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698480" y="4036695"/>
            <a:ext cx="3364992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2"/>
              </a:lnSpc>
            </a:pPr>
            <a:r>
              <a:rPr lang="en-US" sz="2868" b="true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Trọn 1 Ngày / 1 Tuần</a:t>
            </a:r>
          </a:p>
          <a:p>
            <a:pPr algn="ctr">
              <a:lnSpc>
                <a:spcPts val="3442"/>
              </a:lnSpc>
            </a:pPr>
            <a:r>
              <a:rPr lang="en-US" sz="2868" b="true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(22 tháng 4)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072384" y="5506855"/>
            <a:ext cx="768096" cy="1041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6"/>
              </a:lnSpc>
            </a:pPr>
            <a:r>
              <a:rPr lang="en-US" sz="2478" b="true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Hành động chính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138928" y="5478399"/>
            <a:ext cx="3072384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0"/>
              </a:lnSpc>
            </a:pPr>
            <a:r>
              <a:rPr lang="en-US" sz="2975" b="true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Tắt điện, tiết kiệm</a:t>
            </a:r>
          </a:p>
          <a:p>
            <a:pPr algn="ctr">
              <a:lnSpc>
                <a:spcPts val="3570"/>
              </a:lnSpc>
            </a:pPr>
            <a:r>
              <a:rPr lang="en-US" sz="2975" b="true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năng lượng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643616" y="5478399"/>
            <a:ext cx="3328416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0"/>
              </a:lnSpc>
            </a:pPr>
            <a:r>
              <a:rPr lang="en-US" sz="2975" b="true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Trồng cây, nhặt rác,</a:t>
            </a:r>
          </a:p>
          <a:p>
            <a:pPr algn="ctr">
              <a:lnSpc>
                <a:spcPts val="3570"/>
              </a:lnSpc>
            </a:pPr>
            <a:r>
              <a:rPr lang="en-US" sz="2975" b="true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tuyên truyền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3048000" y="7496175"/>
            <a:ext cx="876300" cy="647700"/>
          </a:xfrm>
          <a:custGeom>
            <a:avLst/>
            <a:gdLst/>
            <a:ahLst/>
            <a:cxnLst/>
            <a:rect r="r" b="b" t="t" l="l"/>
            <a:pathLst>
              <a:path h="647700" w="876300">
                <a:moveTo>
                  <a:pt x="0" y="0"/>
                </a:moveTo>
                <a:lnTo>
                  <a:pt x="876300" y="0"/>
                </a:lnTo>
                <a:lnTo>
                  <a:pt x="87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4352925" y="6429375"/>
            <a:ext cx="10458450" cy="2790825"/>
          </a:xfrm>
          <a:custGeom>
            <a:avLst/>
            <a:gdLst/>
            <a:ahLst/>
            <a:cxnLst/>
            <a:rect r="r" b="b" t="t" l="l"/>
            <a:pathLst>
              <a:path h="2790825" w="10458450">
                <a:moveTo>
                  <a:pt x="0" y="0"/>
                </a:moveTo>
                <a:lnTo>
                  <a:pt x="10458450" y="0"/>
                </a:lnTo>
                <a:lnTo>
                  <a:pt x="10458450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5797296" y="6888480"/>
            <a:ext cx="7424928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5"/>
              </a:lnSpc>
            </a:pPr>
            <a:r>
              <a:rPr lang="en-US" sz="3045" b="true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Cùng chung tay ngăn chặn biến đổi khí hậu</a:t>
            </a:r>
          </a:p>
          <a:p>
            <a:pPr algn="ctr">
              <a:lnSpc>
                <a:spcPts val="3655"/>
              </a:lnSpc>
            </a:pPr>
            <a:r>
              <a:rPr lang="en-US" sz="3045" b="true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và bảo vệ Trái Đất xanh!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3914775" y="6210300"/>
            <a:ext cx="1533525" cy="1076325"/>
          </a:xfrm>
          <a:custGeom>
            <a:avLst/>
            <a:gdLst/>
            <a:ahLst/>
            <a:cxnLst/>
            <a:rect r="r" b="b" t="t" l="l"/>
            <a:pathLst>
              <a:path h="1076325" w="1533525">
                <a:moveTo>
                  <a:pt x="0" y="0"/>
                </a:moveTo>
                <a:lnTo>
                  <a:pt x="1533525" y="0"/>
                </a:lnTo>
                <a:lnTo>
                  <a:pt x="153352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3716000" y="6210300"/>
            <a:ext cx="1314450" cy="1076325"/>
          </a:xfrm>
          <a:custGeom>
            <a:avLst/>
            <a:gdLst/>
            <a:ahLst/>
            <a:cxnLst/>
            <a:rect r="r" b="b" t="t" l="l"/>
            <a:pathLst>
              <a:path h="1076325" w="1314450">
                <a:moveTo>
                  <a:pt x="0" y="0"/>
                </a:moveTo>
                <a:lnTo>
                  <a:pt x="1314450" y="0"/>
                </a:lnTo>
                <a:lnTo>
                  <a:pt x="1314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3914775" y="8353425"/>
            <a:ext cx="1533525" cy="1076325"/>
          </a:xfrm>
          <a:custGeom>
            <a:avLst/>
            <a:gdLst/>
            <a:ahLst/>
            <a:cxnLst/>
            <a:rect r="r" b="b" t="t" l="l"/>
            <a:pathLst>
              <a:path h="1076325" w="1533525">
                <a:moveTo>
                  <a:pt x="0" y="0"/>
                </a:moveTo>
                <a:lnTo>
                  <a:pt x="1533525" y="0"/>
                </a:lnTo>
                <a:lnTo>
                  <a:pt x="153352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3716000" y="8353425"/>
            <a:ext cx="1314450" cy="1076325"/>
          </a:xfrm>
          <a:custGeom>
            <a:avLst/>
            <a:gdLst/>
            <a:ahLst/>
            <a:cxnLst/>
            <a:rect r="r" b="b" t="t" l="l"/>
            <a:pathLst>
              <a:path h="1076325" w="1314450">
                <a:moveTo>
                  <a:pt x="0" y="0"/>
                </a:moveTo>
                <a:lnTo>
                  <a:pt x="1314450" y="0"/>
                </a:lnTo>
                <a:lnTo>
                  <a:pt x="1314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7620000" y="7715250"/>
            <a:ext cx="3486150" cy="2362200"/>
          </a:xfrm>
          <a:custGeom>
            <a:avLst/>
            <a:gdLst/>
            <a:ahLst/>
            <a:cxnLst/>
            <a:rect r="r" b="b" t="t" l="l"/>
            <a:pathLst>
              <a:path h="2362200" w="3486150">
                <a:moveTo>
                  <a:pt x="0" y="0"/>
                </a:moveTo>
                <a:lnTo>
                  <a:pt x="3486150" y="0"/>
                </a:lnTo>
                <a:lnTo>
                  <a:pt x="348615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209550" y="5143500"/>
            <a:ext cx="885825" cy="857250"/>
          </a:xfrm>
          <a:custGeom>
            <a:avLst/>
            <a:gdLst/>
            <a:ahLst/>
            <a:cxnLst/>
            <a:rect r="r" b="b" t="t" l="l"/>
            <a:pathLst>
              <a:path h="857250" w="885825">
                <a:moveTo>
                  <a:pt x="0" y="0"/>
                </a:moveTo>
                <a:lnTo>
                  <a:pt x="885825" y="0"/>
                </a:lnTo>
                <a:lnTo>
                  <a:pt x="8858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428625" y="6638925"/>
            <a:ext cx="885825" cy="647700"/>
          </a:xfrm>
          <a:custGeom>
            <a:avLst/>
            <a:gdLst/>
            <a:ahLst/>
            <a:cxnLst/>
            <a:rect r="r" b="b" t="t" l="l"/>
            <a:pathLst>
              <a:path h="647700" w="885825">
                <a:moveTo>
                  <a:pt x="0" y="0"/>
                </a:moveTo>
                <a:lnTo>
                  <a:pt x="885825" y="0"/>
                </a:lnTo>
                <a:lnTo>
                  <a:pt x="8858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428625" y="8353425"/>
            <a:ext cx="885825" cy="866775"/>
          </a:xfrm>
          <a:custGeom>
            <a:avLst/>
            <a:gdLst/>
            <a:ahLst/>
            <a:cxnLst/>
            <a:rect r="r" b="b" t="t" l="l"/>
            <a:pathLst>
              <a:path h="866775" w="885825">
                <a:moveTo>
                  <a:pt x="0" y="0"/>
                </a:moveTo>
                <a:lnTo>
                  <a:pt x="885825" y="0"/>
                </a:lnTo>
                <a:lnTo>
                  <a:pt x="8858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866775" y="7067550"/>
            <a:ext cx="1533525" cy="1504950"/>
          </a:xfrm>
          <a:custGeom>
            <a:avLst/>
            <a:gdLst/>
            <a:ahLst/>
            <a:cxnLst/>
            <a:rect r="r" b="b" t="t" l="l"/>
            <a:pathLst>
              <a:path h="1504950" w="1533525">
                <a:moveTo>
                  <a:pt x="0" y="0"/>
                </a:moveTo>
                <a:lnTo>
                  <a:pt x="1533525" y="0"/>
                </a:lnTo>
                <a:lnTo>
                  <a:pt x="15335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6325850" y="4924425"/>
            <a:ext cx="876300" cy="866775"/>
          </a:xfrm>
          <a:custGeom>
            <a:avLst/>
            <a:gdLst/>
            <a:ahLst/>
            <a:cxnLst/>
            <a:rect r="r" b="b" t="t" l="l"/>
            <a:pathLst>
              <a:path h="866775" w="876300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6764000" y="4067175"/>
            <a:ext cx="876300" cy="647700"/>
          </a:xfrm>
          <a:custGeom>
            <a:avLst/>
            <a:gdLst/>
            <a:ahLst/>
            <a:cxnLst/>
            <a:rect r="r" b="b" t="t" l="l"/>
            <a:pathLst>
              <a:path h="647700" w="876300">
                <a:moveTo>
                  <a:pt x="0" y="0"/>
                </a:moveTo>
                <a:lnTo>
                  <a:pt x="876300" y="0"/>
                </a:lnTo>
                <a:lnTo>
                  <a:pt x="87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6973550" y="6858000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5668625" y="6429375"/>
            <a:ext cx="1095375" cy="1076325"/>
          </a:xfrm>
          <a:custGeom>
            <a:avLst/>
            <a:gdLst/>
            <a:ahLst/>
            <a:cxnLst/>
            <a:rect r="r" b="b" t="t" l="l"/>
            <a:pathLst>
              <a:path h="1076325" w="109537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304925" y="8572500"/>
            <a:ext cx="2400300" cy="1285875"/>
          </a:xfrm>
          <a:custGeom>
            <a:avLst/>
            <a:gdLst/>
            <a:ahLst/>
            <a:cxnLst/>
            <a:rect r="r" b="b" t="t" l="l"/>
            <a:pathLst>
              <a:path h="1285875" w="2400300">
                <a:moveTo>
                  <a:pt x="0" y="0"/>
                </a:moveTo>
                <a:lnTo>
                  <a:pt x="2400300" y="0"/>
                </a:lnTo>
                <a:lnTo>
                  <a:pt x="240030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4592300" y="8615363"/>
            <a:ext cx="2181225" cy="1285875"/>
          </a:xfrm>
          <a:custGeom>
            <a:avLst/>
            <a:gdLst/>
            <a:ahLst/>
            <a:cxnLst/>
            <a:rect r="r" b="b" t="t" l="l"/>
            <a:pathLst>
              <a:path h="1285875" w="2181225">
                <a:moveTo>
                  <a:pt x="0" y="0"/>
                </a:moveTo>
                <a:lnTo>
                  <a:pt x="2181225" y="0"/>
                </a:lnTo>
                <a:lnTo>
                  <a:pt x="21812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6106775" y="7496175"/>
            <a:ext cx="1752600" cy="1076325"/>
          </a:xfrm>
          <a:custGeom>
            <a:avLst/>
            <a:gdLst/>
            <a:ahLst/>
            <a:cxnLst/>
            <a:rect r="r" b="b" t="t" l="l"/>
            <a:pathLst>
              <a:path h="1076325" w="1752600">
                <a:moveTo>
                  <a:pt x="0" y="0"/>
                </a:moveTo>
                <a:lnTo>
                  <a:pt x="1752600" y="0"/>
                </a:lnTo>
                <a:lnTo>
                  <a:pt x="1752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6535400" y="8934450"/>
            <a:ext cx="876300" cy="647700"/>
          </a:xfrm>
          <a:custGeom>
            <a:avLst/>
            <a:gdLst/>
            <a:ahLst/>
            <a:cxnLst/>
            <a:rect r="r" b="b" t="t" l="l"/>
            <a:pathLst>
              <a:path h="647700" w="876300">
                <a:moveTo>
                  <a:pt x="0" y="0"/>
                </a:moveTo>
                <a:lnTo>
                  <a:pt x="876300" y="0"/>
                </a:lnTo>
                <a:lnTo>
                  <a:pt x="87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5657850" y="9639300"/>
            <a:ext cx="876300" cy="647700"/>
          </a:xfrm>
          <a:custGeom>
            <a:avLst/>
            <a:gdLst/>
            <a:ahLst/>
            <a:cxnLst/>
            <a:rect r="r" b="b" t="t" l="l"/>
            <a:pathLst>
              <a:path h="647700" w="876300">
                <a:moveTo>
                  <a:pt x="0" y="0"/>
                </a:moveTo>
                <a:lnTo>
                  <a:pt x="876300" y="0"/>
                </a:lnTo>
                <a:lnTo>
                  <a:pt x="87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11753850" y="9639300"/>
            <a:ext cx="876300" cy="438150"/>
          </a:xfrm>
          <a:custGeom>
            <a:avLst/>
            <a:gdLst/>
            <a:ahLst/>
            <a:cxnLst/>
            <a:rect r="r" b="b" t="t" l="l"/>
            <a:pathLst>
              <a:path h="438150" w="876300">
                <a:moveTo>
                  <a:pt x="0" y="0"/>
                </a:moveTo>
                <a:lnTo>
                  <a:pt x="876300" y="0"/>
                </a:lnTo>
                <a:lnTo>
                  <a:pt x="87630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8041292" y="1878686"/>
            <a:ext cx="2936935" cy="1016914"/>
          </a:xfrm>
          <a:custGeom>
            <a:avLst/>
            <a:gdLst/>
            <a:ahLst/>
            <a:cxnLst/>
            <a:rect r="r" b="b" t="t" l="l"/>
            <a:pathLst>
              <a:path h="1016914" w="2936935">
                <a:moveTo>
                  <a:pt x="0" y="0"/>
                </a:moveTo>
                <a:lnTo>
                  <a:pt x="2936936" y="0"/>
                </a:lnTo>
                <a:lnTo>
                  <a:pt x="2936936" y="1016914"/>
                </a:lnTo>
                <a:lnTo>
                  <a:pt x="0" y="1016914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593391" cy="10458782"/>
          </a:xfrm>
          <a:custGeom>
            <a:avLst/>
            <a:gdLst/>
            <a:ahLst/>
            <a:cxnLst/>
            <a:rect r="r" b="b" t="t" l="l"/>
            <a:pathLst>
              <a:path h="10458782" w="18593391">
                <a:moveTo>
                  <a:pt x="0" y="0"/>
                </a:moveTo>
                <a:lnTo>
                  <a:pt x="18593391" y="0"/>
                </a:lnTo>
                <a:lnTo>
                  <a:pt x="18593391" y="10458782"/>
                </a:lnTo>
                <a:lnTo>
                  <a:pt x="0" y="104587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96658" y="39129"/>
            <a:ext cx="18454266" cy="10380525"/>
          </a:xfrm>
          <a:custGeom>
            <a:avLst/>
            <a:gdLst/>
            <a:ahLst/>
            <a:cxnLst/>
            <a:rect r="r" b="b" t="t" l="l"/>
            <a:pathLst>
              <a:path h="10380525" w="18454266">
                <a:moveTo>
                  <a:pt x="0" y="0"/>
                </a:moveTo>
                <a:lnTo>
                  <a:pt x="18454266" y="0"/>
                </a:lnTo>
                <a:lnTo>
                  <a:pt x="18454266" y="10380524"/>
                </a:lnTo>
                <a:lnTo>
                  <a:pt x="0" y="103805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306864" y="871565"/>
            <a:ext cx="10187629" cy="6972522"/>
          </a:xfrm>
          <a:custGeom>
            <a:avLst/>
            <a:gdLst/>
            <a:ahLst/>
            <a:cxnLst/>
            <a:rect r="r" b="b" t="t" l="l"/>
            <a:pathLst>
              <a:path h="6972522" w="10187629">
                <a:moveTo>
                  <a:pt x="0" y="0"/>
                </a:moveTo>
                <a:lnTo>
                  <a:pt x="10187628" y="0"/>
                </a:lnTo>
                <a:lnTo>
                  <a:pt x="10187628" y="6972522"/>
                </a:lnTo>
                <a:lnTo>
                  <a:pt x="0" y="69725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 descr="Upscaled image"/>
          <p:cNvSpPr/>
          <p:nvPr/>
        </p:nvSpPr>
        <p:spPr>
          <a:xfrm flipH="false" flipV="false" rot="0">
            <a:off x="5529597" y="871565"/>
            <a:ext cx="4857898" cy="4559098"/>
          </a:xfrm>
          <a:custGeom>
            <a:avLst/>
            <a:gdLst/>
            <a:ahLst/>
            <a:cxnLst/>
            <a:rect r="r" b="b" t="t" l="l"/>
            <a:pathLst>
              <a:path h="4559098" w="4857898">
                <a:moveTo>
                  <a:pt x="0" y="0"/>
                </a:moveTo>
                <a:lnTo>
                  <a:pt x="4857898" y="0"/>
                </a:lnTo>
                <a:lnTo>
                  <a:pt x="4857898" y="4559099"/>
                </a:lnTo>
                <a:lnTo>
                  <a:pt x="0" y="45590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 descr="Upscaled image"/>
          <p:cNvSpPr/>
          <p:nvPr/>
        </p:nvSpPr>
        <p:spPr>
          <a:xfrm flipH="false" flipV="false" rot="0">
            <a:off x="10182787" y="871565"/>
            <a:ext cx="5311706" cy="4712836"/>
          </a:xfrm>
          <a:custGeom>
            <a:avLst/>
            <a:gdLst/>
            <a:ahLst/>
            <a:cxnLst/>
            <a:rect r="r" b="b" t="t" l="l"/>
            <a:pathLst>
              <a:path h="4712836" w="5311706">
                <a:moveTo>
                  <a:pt x="0" y="0"/>
                </a:moveTo>
                <a:lnTo>
                  <a:pt x="5311705" y="0"/>
                </a:lnTo>
                <a:lnTo>
                  <a:pt x="5311705" y="4712837"/>
                </a:lnTo>
                <a:lnTo>
                  <a:pt x="0" y="47128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3019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529597" y="6972522"/>
            <a:ext cx="4880765" cy="871565"/>
          </a:xfrm>
          <a:custGeom>
            <a:avLst/>
            <a:gdLst/>
            <a:ahLst/>
            <a:cxnLst/>
            <a:rect r="r" b="b" t="t" l="l"/>
            <a:pathLst>
              <a:path h="871565" w="4880765">
                <a:moveTo>
                  <a:pt x="0" y="0"/>
                </a:moveTo>
                <a:lnTo>
                  <a:pt x="4880765" y="0"/>
                </a:lnTo>
                <a:lnTo>
                  <a:pt x="4880765" y="871565"/>
                </a:lnTo>
                <a:lnTo>
                  <a:pt x="0" y="8715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182787" y="6972522"/>
            <a:ext cx="5316548" cy="871565"/>
          </a:xfrm>
          <a:custGeom>
            <a:avLst/>
            <a:gdLst/>
            <a:ahLst/>
            <a:cxnLst/>
            <a:rect r="r" b="b" t="t" l="l"/>
            <a:pathLst>
              <a:path h="871565" w="5316548">
                <a:moveTo>
                  <a:pt x="0" y="0"/>
                </a:moveTo>
                <a:lnTo>
                  <a:pt x="5316547" y="0"/>
                </a:lnTo>
                <a:lnTo>
                  <a:pt x="5316547" y="871565"/>
                </a:lnTo>
                <a:lnTo>
                  <a:pt x="0" y="87156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35783" y="3922043"/>
            <a:ext cx="1559133" cy="2401646"/>
          </a:xfrm>
          <a:custGeom>
            <a:avLst/>
            <a:gdLst/>
            <a:ahLst/>
            <a:cxnLst/>
            <a:rect r="r" b="b" t="t" l="l"/>
            <a:pathLst>
              <a:path h="2401646" w="1559133">
                <a:moveTo>
                  <a:pt x="0" y="0"/>
                </a:moveTo>
                <a:lnTo>
                  <a:pt x="1559133" y="0"/>
                </a:lnTo>
                <a:lnTo>
                  <a:pt x="1559133" y="2401647"/>
                </a:lnTo>
                <a:lnTo>
                  <a:pt x="0" y="240164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202881" y="2827745"/>
            <a:ext cx="1113667" cy="1752814"/>
          </a:xfrm>
          <a:custGeom>
            <a:avLst/>
            <a:gdLst/>
            <a:ahLst/>
            <a:cxnLst/>
            <a:rect r="r" b="b" t="t" l="l"/>
            <a:pathLst>
              <a:path h="1752814" w="1113667">
                <a:moveTo>
                  <a:pt x="0" y="0"/>
                </a:moveTo>
                <a:lnTo>
                  <a:pt x="1113667" y="0"/>
                </a:lnTo>
                <a:lnTo>
                  <a:pt x="1113667" y="1752814"/>
                </a:lnTo>
                <a:lnTo>
                  <a:pt x="0" y="175281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821208" y="2827745"/>
            <a:ext cx="890933" cy="1530081"/>
          </a:xfrm>
          <a:custGeom>
            <a:avLst/>
            <a:gdLst/>
            <a:ahLst/>
            <a:cxnLst/>
            <a:rect r="r" b="b" t="t" l="l"/>
            <a:pathLst>
              <a:path h="1530081" w="890933">
                <a:moveTo>
                  <a:pt x="0" y="0"/>
                </a:moveTo>
                <a:lnTo>
                  <a:pt x="890933" y="0"/>
                </a:lnTo>
                <a:lnTo>
                  <a:pt x="890933" y="1530081"/>
                </a:lnTo>
                <a:lnTo>
                  <a:pt x="0" y="153008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 descr="Upscaled image"/>
          <p:cNvSpPr/>
          <p:nvPr/>
        </p:nvSpPr>
        <p:spPr>
          <a:xfrm flipH="false" flipV="false" rot="0">
            <a:off x="8103986" y="1895467"/>
            <a:ext cx="2073959" cy="3617370"/>
          </a:xfrm>
          <a:custGeom>
            <a:avLst/>
            <a:gdLst/>
            <a:ahLst/>
            <a:cxnLst/>
            <a:rect r="r" b="b" t="t" l="l"/>
            <a:pathLst>
              <a:path h="3617370" w="2073959">
                <a:moveTo>
                  <a:pt x="0" y="0"/>
                </a:moveTo>
                <a:lnTo>
                  <a:pt x="2073959" y="0"/>
                </a:lnTo>
                <a:lnTo>
                  <a:pt x="2073959" y="3617370"/>
                </a:lnTo>
                <a:lnTo>
                  <a:pt x="0" y="361737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7479724" y="6749788"/>
            <a:ext cx="677884" cy="1965864"/>
          </a:xfrm>
          <a:custGeom>
            <a:avLst/>
            <a:gdLst/>
            <a:ahLst/>
            <a:cxnLst/>
            <a:rect r="r" b="b" t="t" l="l"/>
            <a:pathLst>
              <a:path h="1965864" w="677884">
                <a:moveTo>
                  <a:pt x="0" y="0"/>
                </a:moveTo>
                <a:lnTo>
                  <a:pt x="677884" y="0"/>
                </a:lnTo>
                <a:lnTo>
                  <a:pt x="677884" y="1965864"/>
                </a:lnTo>
                <a:lnTo>
                  <a:pt x="0" y="196586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58516" y="435783"/>
            <a:ext cx="3776782" cy="3486261"/>
          </a:xfrm>
          <a:custGeom>
            <a:avLst/>
            <a:gdLst/>
            <a:ahLst/>
            <a:cxnLst/>
            <a:rect r="r" b="b" t="t" l="l"/>
            <a:pathLst>
              <a:path h="3486261" w="3776782">
                <a:moveTo>
                  <a:pt x="0" y="0"/>
                </a:moveTo>
                <a:lnTo>
                  <a:pt x="3776782" y="0"/>
                </a:lnTo>
                <a:lnTo>
                  <a:pt x="3776782" y="3486260"/>
                </a:lnTo>
                <a:lnTo>
                  <a:pt x="0" y="348626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207965" y="213049"/>
            <a:ext cx="890933" cy="881249"/>
          </a:xfrm>
          <a:custGeom>
            <a:avLst/>
            <a:gdLst/>
            <a:ahLst/>
            <a:cxnLst/>
            <a:rect r="r" b="b" t="t" l="l"/>
            <a:pathLst>
              <a:path h="881249" w="890933">
                <a:moveTo>
                  <a:pt x="0" y="0"/>
                </a:moveTo>
                <a:lnTo>
                  <a:pt x="890933" y="0"/>
                </a:lnTo>
                <a:lnTo>
                  <a:pt x="890933" y="881250"/>
                </a:lnTo>
                <a:lnTo>
                  <a:pt x="0" y="8812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648348" y="435783"/>
            <a:ext cx="1994916" cy="1071312"/>
          </a:xfrm>
          <a:custGeom>
            <a:avLst/>
            <a:gdLst/>
            <a:ahLst/>
            <a:cxnLst/>
            <a:rect r="r" b="b" t="t" l="l"/>
            <a:pathLst>
              <a:path h="1071312" w="1994916">
                <a:moveTo>
                  <a:pt x="0" y="0"/>
                </a:moveTo>
                <a:lnTo>
                  <a:pt x="1994916" y="0"/>
                </a:lnTo>
                <a:lnTo>
                  <a:pt x="1994916" y="1071312"/>
                </a:lnTo>
                <a:lnTo>
                  <a:pt x="0" y="107131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-62709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435783" y="8492919"/>
            <a:ext cx="900617" cy="1317032"/>
          </a:xfrm>
          <a:custGeom>
            <a:avLst/>
            <a:gdLst/>
            <a:ahLst/>
            <a:cxnLst/>
            <a:rect r="r" b="b" t="t" l="l"/>
            <a:pathLst>
              <a:path h="1317032" w="900617">
                <a:moveTo>
                  <a:pt x="0" y="0"/>
                </a:moveTo>
                <a:lnTo>
                  <a:pt x="900617" y="0"/>
                </a:lnTo>
                <a:lnTo>
                  <a:pt x="900617" y="1317031"/>
                </a:lnTo>
                <a:lnTo>
                  <a:pt x="0" y="131703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2653432" y="4357826"/>
            <a:ext cx="15058710" cy="3050478"/>
          </a:xfrm>
          <a:custGeom>
            <a:avLst/>
            <a:gdLst/>
            <a:ahLst/>
            <a:cxnLst/>
            <a:rect r="r" b="b" t="t" l="l"/>
            <a:pathLst>
              <a:path h="3050478" w="15058710">
                <a:moveTo>
                  <a:pt x="0" y="0"/>
                </a:moveTo>
                <a:lnTo>
                  <a:pt x="15058709" y="0"/>
                </a:lnTo>
                <a:lnTo>
                  <a:pt x="15058709" y="3050478"/>
                </a:lnTo>
                <a:lnTo>
                  <a:pt x="0" y="3050478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3311948" y="4570875"/>
            <a:ext cx="677884" cy="658516"/>
          </a:xfrm>
          <a:custGeom>
            <a:avLst/>
            <a:gdLst/>
            <a:ahLst/>
            <a:cxnLst/>
            <a:rect r="r" b="b" t="t" l="l"/>
            <a:pathLst>
              <a:path h="658516" w="677884">
                <a:moveTo>
                  <a:pt x="0" y="0"/>
                </a:moveTo>
                <a:lnTo>
                  <a:pt x="677884" y="0"/>
                </a:lnTo>
                <a:lnTo>
                  <a:pt x="677884" y="658516"/>
                </a:lnTo>
                <a:lnTo>
                  <a:pt x="0" y="65851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6366057" y="4766277"/>
            <a:ext cx="677884" cy="658516"/>
          </a:xfrm>
          <a:custGeom>
            <a:avLst/>
            <a:gdLst/>
            <a:ahLst/>
            <a:cxnLst/>
            <a:rect r="r" b="b" t="t" l="l"/>
            <a:pathLst>
              <a:path h="658516" w="677884">
                <a:moveTo>
                  <a:pt x="0" y="0"/>
                </a:moveTo>
                <a:lnTo>
                  <a:pt x="677884" y="0"/>
                </a:lnTo>
                <a:lnTo>
                  <a:pt x="677884" y="658516"/>
                </a:lnTo>
                <a:lnTo>
                  <a:pt x="0" y="65851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6526124" y="5809929"/>
            <a:ext cx="677884" cy="658516"/>
          </a:xfrm>
          <a:custGeom>
            <a:avLst/>
            <a:gdLst/>
            <a:ahLst/>
            <a:cxnLst/>
            <a:rect r="r" b="b" t="t" l="l"/>
            <a:pathLst>
              <a:path h="658516" w="677884">
                <a:moveTo>
                  <a:pt x="0" y="0"/>
                </a:moveTo>
                <a:lnTo>
                  <a:pt x="677884" y="0"/>
                </a:lnTo>
                <a:lnTo>
                  <a:pt x="677884" y="658516"/>
                </a:lnTo>
                <a:lnTo>
                  <a:pt x="0" y="658516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3311948" y="5665174"/>
            <a:ext cx="677884" cy="658516"/>
          </a:xfrm>
          <a:custGeom>
            <a:avLst/>
            <a:gdLst/>
            <a:ahLst/>
            <a:cxnLst/>
            <a:rect r="r" b="b" t="t" l="l"/>
            <a:pathLst>
              <a:path h="658516" w="677884">
                <a:moveTo>
                  <a:pt x="0" y="0"/>
                </a:moveTo>
                <a:lnTo>
                  <a:pt x="677884" y="0"/>
                </a:lnTo>
                <a:lnTo>
                  <a:pt x="677884" y="658516"/>
                </a:lnTo>
                <a:lnTo>
                  <a:pt x="0" y="658516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23" id="23" descr="Upscaled image"/>
          <p:cNvSpPr/>
          <p:nvPr/>
        </p:nvSpPr>
        <p:spPr>
          <a:xfrm flipH="false" flipV="false" rot="0">
            <a:off x="10334153" y="980922"/>
            <a:ext cx="3225213" cy="4531916"/>
          </a:xfrm>
          <a:custGeom>
            <a:avLst/>
            <a:gdLst/>
            <a:ahLst/>
            <a:cxnLst/>
            <a:rect r="r" b="b" t="t" l="l"/>
            <a:pathLst>
              <a:path h="4531916" w="3225213">
                <a:moveTo>
                  <a:pt x="0" y="0"/>
                </a:moveTo>
                <a:lnTo>
                  <a:pt x="3225213" y="0"/>
                </a:lnTo>
                <a:lnTo>
                  <a:pt x="3225213" y="4531915"/>
                </a:lnTo>
                <a:lnTo>
                  <a:pt x="0" y="453191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3980148" y="6314006"/>
            <a:ext cx="1336400" cy="881249"/>
          </a:xfrm>
          <a:custGeom>
            <a:avLst/>
            <a:gdLst/>
            <a:ahLst/>
            <a:cxnLst/>
            <a:rect r="r" b="b" t="t" l="l"/>
            <a:pathLst>
              <a:path h="881249" w="1336400">
                <a:moveTo>
                  <a:pt x="0" y="0"/>
                </a:moveTo>
                <a:lnTo>
                  <a:pt x="1336400" y="0"/>
                </a:lnTo>
                <a:lnTo>
                  <a:pt x="1336400" y="881249"/>
                </a:lnTo>
                <a:lnTo>
                  <a:pt x="0" y="881249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4978851" y="2834902"/>
            <a:ext cx="2004600" cy="1094299"/>
          </a:xfrm>
          <a:custGeom>
            <a:avLst/>
            <a:gdLst/>
            <a:ahLst/>
            <a:cxnLst/>
            <a:rect r="r" b="b" t="t" l="l"/>
            <a:pathLst>
              <a:path h="1094299" w="2004600">
                <a:moveTo>
                  <a:pt x="0" y="0"/>
                </a:moveTo>
                <a:lnTo>
                  <a:pt x="2004600" y="0"/>
                </a:lnTo>
                <a:lnTo>
                  <a:pt x="2004600" y="1094299"/>
                </a:lnTo>
                <a:lnTo>
                  <a:pt x="0" y="1094299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4202881" y="8057136"/>
            <a:ext cx="12841060" cy="1752814"/>
          </a:xfrm>
          <a:custGeom>
            <a:avLst/>
            <a:gdLst/>
            <a:ahLst/>
            <a:cxnLst/>
            <a:rect r="r" b="b" t="t" l="l"/>
            <a:pathLst>
              <a:path h="1752814" w="12841060">
                <a:moveTo>
                  <a:pt x="0" y="0"/>
                </a:moveTo>
                <a:lnTo>
                  <a:pt x="12841060" y="0"/>
                </a:lnTo>
                <a:lnTo>
                  <a:pt x="12841060" y="1752814"/>
                </a:lnTo>
                <a:lnTo>
                  <a:pt x="0" y="1752814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4648348" y="7621353"/>
            <a:ext cx="668200" cy="881249"/>
          </a:xfrm>
          <a:custGeom>
            <a:avLst/>
            <a:gdLst/>
            <a:ahLst/>
            <a:cxnLst/>
            <a:rect r="r" b="b" t="t" l="l"/>
            <a:pathLst>
              <a:path h="881249" w="668200">
                <a:moveTo>
                  <a:pt x="0" y="0"/>
                </a:moveTo>
                <a:lnTo>
                  <a:pt x="668200" y="0"/>
                </a:lnTo>
                <a:lnTo>
                  <a:pt x="668200" y="881250"/>
                </a:lnTo>
                <a:lnTo>
                  <a:pt x="0" y="88125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5707542" y="7621353"/>
            <a:ext cx="1559133" cy="1317032"/>
          </a:xfrm>
          <a:custGeom>
            <a:avLst/>
            <a:gdLst/>
            <a:ahLst/>
            <a:cxnLst/>
            <a:rect r="r" b="b" t="t" l="l"/>
            <a:pathLst>
              <a:path h="1317032" w="1559133">
                <a:moveTo>
                  <a:pt x="0" y="0"/>
                </a:moveTo>
                <a:lnTo>
                  <a:pt x="1559133" y="0"/>
                </a:lnTo>
                <a:lnTo>
                  <a:pt x="1559133" y="1317032"/>
                </a:lnTo>
                <a:lnTo>
                  <a:pt x="0" y="1317032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5930275" y="435783"/>
            <a:ext cx="2227333" cy="1965864"/>
          </a:xfrm>
          <a:custGeom>
            <a:avLst/>
            <a:gdLst/>
            <a:ahLst/>
            <a:cxnLst/>
            <a:rect r="r" b="b" t="t" l="l"/>
            <a:pathLst>
              <a:path h="1965864" w="2227333">
                <a:moveTo>
                  <a:pt x="0" y="0"/>
                </a:moveTo>
                <a:lnTo>
                  <a:pt x="2227333" y="0"/>
                </a:lnTo>
                <a:lnTo>
                  <a:pt x="2227333" y="1965863"/>
                </a:lnTo>
                <a:lnTo>
                  <a:pt x="0" y="1965863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3358642" y="1505925"/>
            <a:ext cx="1225522" cy="1204076"/>
          </a:xfrm>
          <a:custGeom>
            <a:avLst/>
            <a:gdLst/>
            <a:ahLst/>
            <a:cxnLst/>
            <a:rect r="r" b="b" t="t" l="l"/>
            <a:pathLst>
              <a:path h="1204076" w="1225522">
                <a:moveTo>
                  <a:pt x="0" y="0"/>
                </a:moveTo>
                <a:lnTo>
                  <a:pt x="1225522" y="0"/>
                </a:lnTo>
                <a:lnTo>
                  <a:pt x="1225522" y="1204076"/>
                </a:lnTo>
                <a:lnTo>
                  <a:pt x="0" y="1204076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true" flipV="false" rot="0">
            <a:off x="4583771" y="1028700"/>
            <a:ext cx="1446184" cy="1343637"/>
          </a:xfrm>
          <a:custGeom>
            <a:avLst/>
            <a:gdLst/>
            <a:ahLst/>
            <a:cxnLst/>
            <a:rect r="r" b="b" t="t" l="l"/>
            <a:pathLst>
              <a:path h="1343637" w="1446184">
                <a:moveTo>
                  <a:pt x="1446185" y="0"/>
                </a:moveTo>
                <a:lnTo>
                  <a:pt x="0" y="0"/>
                </a:lnTo>
                <a:lnTo>
                  <a:pt x="0" y="1343637"/>
                </a:lnTo>
                <a:lnTo>
                  <a:pt x="1446185" y="1343637"/>
                </a:lnTo>
                <a:lnTo>
                  <a:pt x="1446185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-345600">
            <a:off x="1222334" y="1453405"/>
            <a:ext cx="2770415" cy="1484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8"/>
              </a:lnSpc>
            </a:pPr>
            <a:r>
              <a:rPr lang="en-US" sz="3349" b="true">
                <a:solidFill>
                  <a:srgbClr val="472B29"/>
                </a:solidFill>
                <a:latin typeface="Muli Bold"/>
                <a:ea typeface="Muli Bold"/>
                <a:cs typeface="Muli Bold"/>
                <a:sym typeface="Muli Bold"/>
              </a:rPr>
              <a:t>Vì sao chúng ta cần bảo vệ môi trường?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633797" y="8505279"/>
            <a:ext cx="10765573" cy="866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3"/>
              </a:lnSpc>
            </a:pPr>
            <a:r>
              <a:rPr lang="en-US" sz="2664" b="true">
                <a:solidFill>
                  <a:srgbClr val="472B29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Trái Đất cho chúng ta không khí để thở, nước để uống và cây xanh để bóng mát. Nếu chúng ta làm việc tốt, Mầm nhỏ sẽ khỏe mạnh.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847098" y="5085384"/>
            <a:ext cx="12974110" cy="1265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2"/>
              </a:lnSpc>
            </a:pPr>
            <a:r>
              <a:rPr lang="en-US" sz="3932" b="true">
                <a:solidFill>
                  <a:srgbClr val="472B29"/>
                </a:solidFill>
                <a:latin typeface="Mali Bold"/>
                <a:ea typeface="Mali Bold"/>
                <a:cs typeface="Mali Bold"/>
                <a:sym typeface="Mali Bold"/>
              </a:rPr>
              <a:t>Bảo vệ môi trường không phải là việc lớn lao xa vời,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217438" y="5792262"/>
            <a:ext cx="12340113" cy="1194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9"/>
              </a:lnSpc>
            </a:pPr>
            <a:r>
              <a:rPr lang="en-US" sz="3929" b="true">
                <a:solidFill>
                  <a:srgbClr val="472B29"/>
                </a:solidFill>
                <a:latin typeface="Mali Bold"/>
                <a:ea typeface="Mali Bold"/>
                <a:cs typeface="Mali Bold"/>
                <a:sym typeface="Mali Bold"/>
              </a:rPr>
              <a:t>mà bắt đầu từ những hành động nhỏ bé mỗi ngày!</a:t>
            </a:r>
          </a:p>
        </p:txBody>
      </p:sp>
      <p:sp>
        <p:nvSpPr>
          <p:cNvPr name="Freeform 36" id="36" descr="Upscaled image"/>
          <p:cNvSpPr/>
          <p:nvPr/>
        </p:nvSpPr>
        <p:spPr>
          <a:xfrm flipH="false" flipV="false" rot="0">
            <a:off x="618266" y="5512837"/>
            <a:ext cx="3102319" cy="4571330"/>
          </a:xfrm>
          <a:custGeom>
            <a:avLst/>
            <a:gdLst/>
            <a:ahLst/>
            <a:cxnLst/>
            <a:rect r="r" b="b" t="t" l="l"/>
            <a:pathLst>
              <a:path h="4571330" w="3102319">
                <a:moveTo>
                  <a:pt x="0" y="0"/>
                </a:moveTo>
                <a:lnTo>
                  <a:pt x="3102319" y="0"/>
                </a:lnTo>
                <a:lnTo>
                  <a:pt x="3102319" y="4571330"/>
                </a:lnTo>
                <a:lnTo>
                  <a:pt x="0" y="4571330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66266" y="0"/>
            <a:ext cx="18454266" cy="10380525"/>
          </a:xfrm>
          <a:custGeom>
            <a:avLst/>
            <a:gdLst/>
            <a:ahLst/>
            <a:cxnLst/>
            <a:rect r="r" b="b" t="t" l="l"/>
            <a:pathLst>
              <a:path h="10380525" w="18454266">
                <a:moveTo>
                  <a:pt x="0" y="0"/>
                </a:moveTo>
                <a:lnTo>
                  <a:pt x="18454266" y="0"/>
                </a:lnTo>
                <a:lnTo>
                  <a:pt x="18454266" y="10380525"/>
                </a:lnTo>
                <a:lnTo>
                  <a:pt x="0" y="103805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9550" y="209550"/>
            <a:ext cx="1533525" cy="1295400"/>
          </a:xfrm>
          <a:custGeom>
            <a:avLst/>
            <a:gdLst/>
            <a:ahLst/>
            <a:cxnLst/>
            <a:rect r="r" b="b" t="t" l="l"/>
            <a:pathLst>
              <a:path h="1295400" w="1533525">
                <a:moveTo>
                  <a:pt x="0" y="0"/>
                </a:moveTo>
                <a:lnTo>
                  <a:pt x="1533525" y="0"/>
                </a:lnTo>
                <a:lnTo>
                  <a:pt x="153352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524625" y="209550"/>
            <a:ext cx="885825" cy="866775"/>
          </a:xfrm>
          <a:custGeom>
            <a:avLst/>
            <a:gdLst/>
            <a:ahLst/>
            <a:cxnLst/>
            <a:rect r="r" b="b" t="t" l="l"/>
            <a:pathLst>
              <a:path h="866775" w="885825">
                <a:moveTo>
                  <a:pt x="0" y="0"/>
                </a:moveTo>
                <a:lnTo>
                  <a:pt x="885825" y="0"/>
                </a:lnTo>
                <a:lnTo>
                  <a:pt x="8858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096625" y="428625"/>
            <a:ext cx="885825" cy="857250"/>
          </a:xfrm>
          <a:custGeom>
            <a:avLst/>
            <a:gdLst/>
            <a:ahLst/>
            <a:cxnLst/>
            <a:rect r="r" b="b" t="t" l="l"/>
            <a:pathLst>
              <a:path h="857250" w="885825">
                <a:moveTo>
                  <a:pt x="0" y="0"/>
                </a:moveTo>
                <a:lnTo>
                  <a:pt x="885825" y="0"/>
                </a:lnTo>
                <a:lnTo>
                  <a:pt x="8858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887700" y="209550"/>
            <a:ext cx="666750" cy="1076325"/>
          </a:xfrm>
          <a:custGeom>
            <a:avLst/>
            <a:gdLst/>
            <a:ahLst/>
            <a:cxnLst/>
            <a:rect r="r" b="b" t="t" l="l"/>
            <a:pathLst>
              <a:path h="1076325" w="666750">
                <a:moveTo>
                  <a:pt x="0" y="0"/>
                </a:moveTo>
                <a:lnTo>
                  <a:pt x="666750" y="0"/>
                </a:lnTo>
                <a:lnTo>
                  <a:pt x="6667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325850" y="209550"/>
            <a:ext cx="1962150" cy="1724025"/>
          </a:xfrm>
          <a:custGeom>
            <a:avLst/>
            <a:gdLst/>
            <a:ahLst/>
            <a:cxnLst/>
            <a:rect r="r" b="b" t="t" l="l"/>
            <a:pathLst>
              <a:path h="1724025" w="1962150">
                <a:moveTo>
                  <a:pt x="0" y="0"/>
                </a:moveTo>
                <a:lnTo>
                  <a:pt x="1962150" y="0"/>
                </a:lnTo>
                <a:lnTo>
                  <a:pt x="1962150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0" y="2571750"/>
            <a:ext cx="1524000" cy="1504950"/>
          </a:xfrm>
          <a:custGeom>
            <a:avLst/>
            <a:gdLst/>
            <a:ahLst/>
            <a:cxnLst/>
            <a:rect r="r" b="b" t="t" l="l"/>
            <a:pathLst>
              <a:path h="1504950" w="1524000">
                <a:moveTo>
                  <a:pt x="0" y="0"/>
                </a:moveTo>
                <a:lnTo>
                  <a:pt x="1524000" y="0"/>
                </a:lnTo>
                <a:lnTo>
                  <a:pt x="15240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28625" y="3857625"/>
            <a:ext cx="885825" cy="857250"/>
          </a:xfrm>
          <a:custGeom>
            <a:avLst/>
            <a:gdLst/>
            <a:ahLst/>
            <a:cxnLst/>
            <a:rect r="r" b="b" t="t" l="l"/>
            <a:pathLst>
              <a:path h="857250" w="885825">
                <a:moveTo>
                  <a:pt x="0" y="0"/>
                </a:moveTo>
                <a:lnTo>
                  <a:pt x="885825" y="0"/>
                </a:lnTo>
                <a:lnTo>
                  <a:pt x="8858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096000" y="2781300"/>
            <a:ext cx="876300" cy="647700"/>
          </a:xfrm>
          <a:custGeom>
            <a:avLst/>
            <a:gdLst/>
            <a:ahLst/>
            <a:cxnLst/>
            <a:rect r="r" b="b" t="t" l="l"/>
            <a:pathLst>
              <a:path h="647700" w="876300">
                <a:moveTo>
                  <a:pt x="0" y="0"/>
                </a:moveTo>
                <a:lnTo>
                  <a:pt x="876300" y="0"/>
                </a:lnTo>
                <a:lnTo>
                  <a:pt x="87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7192625" y="2143125"/>
            <a:ext cx="885825" cy="857250"/>
          </a:xfrm>
          <a:custGeom>
            <a:avLst/>
            <a:gdLst/>
            <a:ahLst/>
            <a:cxnLst/>
            <a:rect r="r" b="b" t="t" l="l"/>
            <a:pathLst>
              <a:path h="857250" w="885825">
                <a:moveTo>
                  <a:pt x="0" y="0"/>
                </a:moveTo>
                <a:lnTo>
                  <a:pt x="885825" y="0"/>
                </a:lnTo>
                <a:lnTo>
                  <a:pt x="8858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544925" y="3857625"/>
            <a:ext cx="657225" cy="857250"/>
          </a:xfrm>
          <a:custGeom>
            <a:avLst/>
            <a:gdLst/>
            <a:ahLst/>
            <a:cxnLst/>
            <a:rect r="r" b="b" t="t" l="l"/>
            <a:pathLst>
              <a:path h="857250" w="657225">
                <a:moveTo>
                  <a:pt x="0" y="0"/>
                </a:moveTo>
                <a:lnTo>
                  <a:pt x="657225" y="0"/>
                </a:lnTo>
                <a:lnTo>
                  <a:pt x="6572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973550" y="6000750"/>
            <a:ext cx="666750" cy="857250"/>
          </a:xfrm>
          <a:custGeom>
            <a:avLst/>
            <a:gdLst/>
            <a:ahLst/>
            <a:cxnLst/>
            <a:rect r="r" b="b" t="t" l="l"/>
            <a:pathLst>
              <a:path h="857250" w="666750">
                <a:moveTo>
                  <a:pt x="0" y="0"/>
                </a:moveTo>
                <a:lnTo>
                  <a:pt x="666750" y="0"/>
                </a:lnTo>
                <a:lnTo>
                  <a:pt x="6667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304925" y="3429000"/>
            <a:ext cx="4791075" cy="2790825"/>
          </a:xfrm>
          <a:custGeom>
            <a:avLst/>
            <a:gdLst/>
            <a:ahLst/>
            <a:cxnLst/>
            <a:rect r="r" b="b" t="t" l="l"/>
            <a:pathLst>
              <a:path h="2790825" w="4791075">
                <a:moveTo>
                  <a:pt x="0" y="0"/>
                </a:moveTo>
                <a:lnTo>
                  <a:pt x="4791075" y="0"/>
                </a:lnTo>
                <a:lnTo>
                  <a:pt x="4791075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181850" y="638175"/>
            <a:ext cx="3924300" cy="2362200"/>
          </a:xfrm>
          <a:custGeom>
            <a:avLst/>
            <a:gdLst/>
            <a:ahLst/>
            <a:cxnLst/>
            <a:rect r="r" b="b" t="t" l="l"/>
            <a:pathLst>
              <a:path h="2362200" w="3924300">
                <a:moveTo>
                  <a:pt x="0" y="0"/>
                </a:moveTo>
                <a:lnTo>
                  <a:pt x="3924300" y="0"/>
                </a:lnTo>
                <a:lnTo>
                  <a:pt x="392430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181850" y="3209925"/>
            <a:ext cx="3924300" cy="3867150"/>
          </a:xfrm>
          <a:custGeom>
            <a:avLst/>
            <a:gdLst/>
            <a:ahLst/>
            <a:cxnLst/>
            <a:rect r="r" b="b" t="t" l="l"/>
            <a:pathLst>
              <a:path h="3867150" w="3924300">
                <a:moveTo>
                  <a:pt x="0" y="0"/>
                </a:moveTo>
                <a:lnTo>
                  <a:pt x="3924300" y="0"/>
                </a:lnTo>
                <a:lnTo>
                  <a:pt x="3924300" y="3867150"/>
                </a:lnTo>
                <a:lnTo>
                  <a:pt x="0" y="386715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096000" y="4924425"/>
            <a:ext cx="1314450" cy="438150"/>
          </a:xfrm>
          <a:custGeom>
            <a:avLst/>
            <a:gdLst/>
            <a:ahLst/>
            <a:cxnLst/>
            <a:rect r="r" b="b" t="t" l="l"/>
            <a:pathLst>
              <a:path h="438150" w="1314450">
                <a:moveTo>
                  <a:pt x="0" y="0"/>
                </a:moveTo>
                <a:lnTo>
                  <a:pt x="1314450" y="0"/>
                </a:lnTo>
                <a:lnTo>
                  <a:pt x="13144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448925" y="3209925"/>
            <a:ext cx="1533525" cy="1076325"/>
          </a:xfrm>
          <a:custGeom>
            <a:avLst/>
            <a:gdLst/>
            <a:ahLst/>
            <a:cxnLst/>
            <a:rect r="r" b="b" t="t" l="l"/>
            <a:pathLst>
              <a:path h="1076325" w="1533525">
                <a:moveTo>
                  <a:pt x="0" y="0"/>
                </a:moveTo>
                <a:lnTo>
                  <a:pt x="1533525" y="0"/>
                </a:lnTo>
                <a:lnTo>
                  <a:pt x="153352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353550" y="2571750"/>
            <a:ext cx="447675" cy="857250"/>
          </a:xfrm>
          <a:custGeom>
            <a:avLst/>
            <a:gdLst/>
            <a:ahLst/>
            <a:cxnLst/>
            <a:rect r="r" b="b" t="t" l="l"/>
            <a:pathLst>
              <a:path h="857250" w="447675">
                <a:moveTo>
                  <a:pt x="0" y="0"/>
                </a:moveTo>
                <a:lnTo>
                  <a:pt x="447675" y="0"/>
                </a:lnTo>
                <a:lnTo>
                  <a:pt x="4476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2620625" y="4067175"/>
            <a:ext cx="4143375" cy="2581275"/>
          </a:xfrm>
          <a:custGeom>
            <a:avLst/>
            <a:gdLst/>
            <a:ahLst/>
            <a:cxnLst/>
            <a:rect r="r" b="b" t="t" l="l"/>
            <a:pathLst>
              <a:path h="2581275" w="4143375">
                <a:moveTo>
                  <a:pt x="0" y="0"/>
                </a:moveTo>
                <a:lnTo>
                  <a:pt x="4143375" y="0"/>
                </a:lnTo>
                <a:lnTo>
                  <a:pt x="4143375" y="2581275"/>
                </a:lnTo>
                <a:lnTo>
                  <a:pt x="0" y="258127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5876925" y="6210300"/>
            <a:ext cx="1962150" cy="1295400"/>
          </a:xfrm>
          <a:custGeom>
            <a:avLst/>
            <a:gdLst/>
            <a:ahLst/>
            <a:cxnLst/>
            <a:rect r="r" b="b" t="t" l="l"/>
            <a:pathLst>
              <a:path h="1295400" w="1962150">
                <a:moveTo>
                  <a:pt x="0" y="0"/>
                </a:moveTo>
                <a:lnTo>
                  <a:pt x="1962150" y="0"/>
                </a:lnTo>
                <a:lnTo>
                  <a:pt x="19621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0448925" y="6429375"/>
            <a:ext cx="876300" cy="1714500"/>
          </a:xfrm>
          <a:custGeom>
            <a:avLst/>
            <a:gdLst/>
            <a:ahLst/>
            <a:cxnLst/>
            <a:rect r="r" b="b" t="t" l="l"/>
            <a:pathLst>
              <a:path h="1714500" w="876300">
                <a:moveTo>
                  <a:pt x="0" y="0"/>
                </a:moveTo>
                <a:lnTo>
                  <a:pt x="876300" y="0"/>
                </a:lnTo>
                <a:lnTo>
                  <a:pt x="87630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1096625" y="4924425"/>
            <a:ext cx="1533525" cy="647700"/>
          </a:xfrm>
          <a:custGeom>
            <a:avLst/>
            <a:gdLst/>
            <a:ahLst/>
            <a:cxnLst/>
            <a:rect r="r" b="b" t="t" l="l"/>
            <a:pathLst>
              <a:path h="647700" w="1533525">
                <a:moveTo>
                  <a:pt x="0" y="0"/>
                </a:moveTo>
                <a:lnTo>
                  <a:pt x="1533525" y="0"/>
                </a:lnTo>
                <a:lnTo>
                  <a:pt x="15335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2171700" y="6429375"/>
            <a:ext cx="4362450" cy="2571750"/>
          </a:xfrm>
          <a:custGeom>
            <a:avLst/>
            <a:gdLst/>
            <a:ahLst/>
            <a:cxnLst/>
            <a:rect r="r" b="b" t="t" l="l"/>
            <a:pathLst>
              <a:path h="2571750" w="4362450">
                <a:moveTo>
                  <a:pt x="0" y="0"/>
                </a:moveTo>
                <a:lnTo>
                  <a:pt x="4362450" y="0"/>
                </a:lnTo>
                <a:lnTo>
                  <a:pt x="4362450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524000" y="6429375"/>
            <a:ext cx="657225" cy="857250"/>
          </a:xfrm>
          <a:custGeom>
            <a:avLst/>
            <a:gdLst/>
            <a:ahLst/>
            <a:cxnLst/>
            <a:rect r="r" b="b" t="t" l="l"/>
            <a:pathLst>
              <a:path h="857250" w="657225">
                <a:moveTo>
                  <a:pt x="0" y="0"/>
                </a:moveTo>
                <a:lnTo>
                  <a:pt x="657225" y="0"/>
                </a:lnTo>
                <a:lnTo>
                  <a:pt x="6572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209550" y="7496175"/>
            <a:ext cx="1104900" cy="647700"/>
          </a:xfrm>
          <a:custGeom>
            <a:avLst/>
            <a:gdLst/>
            <a:ahLst/>
            <a:cxnLst/>
            <a:rect r="r" b="b" t="t" l="l"/>
            <a:pathLst>
              <a:path h="647700" w="1104900">
                <a:moveTo>
                  <a:pt x="0" y="0"/>
                </a:moveTo>
                <a:lnTo>
                  <a:pt x="1104900" y="0"/>
                </a:lnTo>
                <a:lnTo>
                  <a:pt x="11049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085850" y="8353425"/>
            <a:ext cx="876300" cy="866775"/>
          </a:xfrm>
          <a:custGeom>
            <a:avLst/>
            <a:gdLst/>
            <a:ahLst/>
            <a:cxnLst/>
            <a:rect r="r" b="b" t="t" l="l"/>
            <a:pathLst>
              <a:path h="866775" w="876300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647700" y="9210675"/>
            <a:ext cx="2838450" cy="1076325"/>
          </a:xfrm>
          <a:custGeom>
            <a:avLst/>
            <a:gdLst/>
            <a:ahLst/>
            <a:cxnLst/>
            <a:rect r="r" b="b" t="t" l="l"/>
            <a:pathLst>
              <a:path h="1076325" w="2838450">
                <a:moveTo>
                  <a:pt x="0" y="0"/>
                </a:moveTo>
                <a:lnTo>
                  <a:pt x="2838450" y="0"/>
                </a:lnTo>
                <a:lnTo>
                  <a:pt x="2838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5000625" y="9210675"/>
            <a:ext cx="885825" cy="866775"/>
          </a:xfrm>
          <a:custGeom>
            <a:avLst/>
            <a:gdLst/>
            <a:ahLst/>
            <a:cxnLst/>
            <a:rect r="r" b="b" t="t" l="l"/>
            <a:pathLst>
              <a:path h="866775" w="885825">
                <a:moveTo>
                  <a:pt x="0" y="0"/>
                </a:moveTo>
                <a:lnTo>
                  <a:pt x="885825" y="0"/>
                </a:lnTo>
                <a:lnTo>
                  <a:pt x="8858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6962775" y="7286625"/>
            <a:ext cx="4800600" cy="3000375"/>
          </a:xfrm>
          <a:custGeom>
            <a:avLst/>
            <a:gdLst/>
            <a:ahLst/>
            <a:cxnLst/>
            <a:rect r="r" b="b" t="t" l="l"/>
            <a:pathLst>
              <a:path h="3000375" w="4800600">
                <a:moveTo>
                  <a:pt x="0" y="0"/>
                </a:moveTo>
                <a:lnTo>
                  <a:pt x="4800600" y="0"/>
                </a:lnTo>
                <a:lnTo>
                  <a:pt x="4800600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2401550" y="6858000"/>
            <a:ext cx="3495675" cy="1714500"/>
          </a:xfrm>
          <a:custGeom>
            <a:avLst/>
            <a:gdLst/>
            <a:ahLst/>
            <a:cxnLst/>
            <a:rect r="r" b="b" t="t" l="l"/>
            <a:pathLst>
              <a:path h="1714500" w="3495675">
                <a:moveTo>
                  <a:pt x="0" y="0"/>
                </a:moveTo>
                <a:lnTo>
                  <a:pt x="3495675" y="0"/>
                </a:lnTo>
                <a:lnTo>
                  <a:pt x="349567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4144625" y="6937076"/>
            <a:ext cx="4143375" cy="3349924"/>
          </a:xfrm>
          <a:custGeom>
            <a:avLst/>
            <a:gdLst/>
            <a:ahLst/>
            <a:cxnLst/>
            <a:rect r="r" b="b" t="t" l="l"/>
            <a:pathLst>
              <a:path h="3349924" w="4143375">
                <a:moveTo>
                  <a:pt x="0" y="0"/>
                </a:moveTo>
                <a:lnTo>
                  <a:pt x="4143375" y="0"/>
                </a:lnTo>
                <a:lnTo>
                  <a:pt x="4143375" y="3349924"/>
                </a:lnTo>
                <a:lnTo>
                  <a:pt x="0" y="3349924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 l="0" t="0" r="0" b="-13912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1753850" y="6210300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2401550" y="8782050"/>
            <a:ext cx="885825" cy="647700"/>
          </a:xfrm>
          <a:custGeom>
            <a:avLst/>
            <a:gdLst/>
            <a:ahLst/>
            <a:cxnLst/>
            <a:rect r="r" b="b" t="t" l="l"/>
            <a:pathLst>
              <a:path h="647700" w="885825">
                <a:moveTo>
                  <a:pt x="0" y="0"/>
                </a:moveTo>
                <a:lnTo>
                  <a:pt x="885825" y="0"/>
                </a:lnTo>
                <a:lnTo>
                  <a:pt x="8858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3496925" y="9429750"/>
            <a:ext cx="876300" cy="647700"/>
          </a:xfrm>
          <a:custGeom>
            <a:avLst/>
            <a:gdLst/>
            <a:ahLst/>
            <a:cxnLst/>
            <a:rect r="r" b="b" t="t" l="l"/>
            <a:pathLst>
              <a:path h="647700" w="876300">
                <a:moveTo>
                  <a:pt x="0" y="0"/>
                </a:moveTo>
                <a:lnTo>
                  <a:pt x="876300" y="0"/>
                </a:lnTo>
                <a:lnTo>
                  <a:pt x="87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524000" y="1009728"/>
            <a:ext cx="5886450" cy="1476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8"/>
              </a:lnSpc>
            </a:pPr>
            <a:r>
              <a:rPr lang="en-US" sz="5243" spc="-104" b="true">
                <a:solidFill>
                  <a:srgbClr val="F49A33"/>
                </a:solidFill>
                <a:latin typeface="Asap Bold"/>
                <a:ea typeface="Asap Bold"/>
                <a:cs typeface="Asap Bold"/>
                <a:sym typeface="Asap Bold"/>
              </a:rPr>
              <a:t>Tới lượt bạn rồi:</a:t>
            </a:r>
          </a:p>
          <a:p>
            <a:pPr algn="l">
              <a:lnSpc>
                <a:spcPts val="5768"/>
              </a:lnSpc>
            </a:pPr>
            <a:r>
              <a:rPr lang="en-US" sz="5243" spc="-104" b="true">
                <a:solidFill>
                  <a:srgbClr val="F49A33"/>
                </a:solidFill>
                <a:latin typeface="Asap Bold"/>
                <a:ea typeface="Asap Bold"/>
                <a:cs typeface="Asap Bold"/>
                <a:sym typeface="Asap Bold"/>
              </a:rPr>
              <a:t>Bạn có thể làm gì?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138160" y="4560658"/>
            <a:ext cx="2011680" cy="1267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2"/>
              </a:lnSpc>
            </a:pPr>
            <a:r>
              <a:rPr lang="en-US" sz="2266" b="true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Hưởng ứng</a:t>
            </a:r>
          </a:p>
          <a:p>
            <a:pPr algn="ctr">
              <a:lnSpc>
                <a:spcPts val="2492"/>
              </a:lnSpc>
            </a:pPr>
            <a:r>
              <a:rPr lang="en-US" sz="2266" b="true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Giờ Trái Đất và</a:t>
            </a:r>
          </a:p>
          <a:p>
            <a:pPr algn="ctr">
              <a:lnSpc>
                <a:spcPts val="2492"/>
              </a:lnSpc>
            </a:pPr>
            <a:r>
              <a:rPr lang="en-US" sz="2266" b="true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Ngày Trái Đất</a:t>
            </a:r>
          </a:p>
          <a:p>
            <a:pPr algn="ctr">
              <a:lnSpc>
                <a:spcPts val="2492"/>
              </a:lnSpc>
            </a:pPr>
            <a:r>
              <a:rPr lang="en-US" sz="2266" b="true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bằng cách nào?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1753850" y="1933575"/>
            <a:ext cx="4581525" cy="2143125"/>
            <a:chOff x="0" y="0"/>
            <a:chExt cx="6108700" cy="28575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155368"/>
              <a:ext cx="6108700" cy="2702132"/>
            </a:xfrm>
            <a:custGeom>
              <a:avLst/>
              <a:gdLst/>
              <a:ahLst/>
              <a:cxnLst/>
              <a:rect r="r" b="b" t="t" l="l"/>
              <a:pathLst>
                <a:path h="2702132" w="6108700">
                  <a:moveTo>
                    <a:pt x="0" y="0"/>
                  </a:moveTo>
                  <a:lnTo>
                    <a:pt x="6108700" y="0"/>
                  </a:lnTo>
                  <a:lnTo>
                    <a:pt x="6108700" y="2702132"/>
                  </a:lnTo>
                  <a:lnTo>
                    <a:pt x="0" y="27021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7"/>
              <a:stretch>
                <a:fillRect l="0" t="-37709" r="0" b="0"/>
              </a:stretch>
            </a:blipFill>
          </p:spPr>
        </p:sp>
        <p:sp>
          <p:nvSpPr>
            <p:cNvPr name="Freeform 41" id="41"/>
            <p:cNvSpPr/>
            <p:nvPr/>
          </p:nvSpPr>
          <p:spPr>
            <a:xfrm flipH="false" flipV="false" rot="-10800000">
              <a:off x="1454150" y="388822"/>
              <a:ext cx="3563667" cy="1033578"/>
            </a:xfrm>
            <a:custGeom>
              <a:avLst/>
              <a:gdLst/>
              <a:ahLst/>
              <a:cxnLst/>
              <a:rect r="r" b="b" t="t" l="l"/>
              <a:pathLst>
                <a:path h="1033578" w="3563667">
                  <a:moveTo>
                    <a:pt x="0" y="0"/>
                  </a:moveTo>
                  <a:lnTo>
                    <a:pt x="3563667" y="0"/>
                  </a:lnTo>
                  <a:lnTo>
                    <a:pt x="3563667" y="1033578"/>
                  </a:lnTo>
                  <a:lnTo>
                    <a:pt x="0" y="10335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7"/>
              <a:stretch>
                <a:fillRect l="-42906" t="-209028" r="-28509" b="-50992"/>
              </a:stretch>
            </a:blipFill>
          </p:spPr>
        </p:sp>
        <p:sp>
          <p:nvSpPr>
            <p:cNvPr name="Freeform 42" id="42"/>
            <p:cNvSpPr/>
            <p:nvPr/>
          </p:nvSpPr>
          <p:spPr>
            <a:xfrm flipH="false" flipV="false" rot="-10800000">
              <a:off x="1454150" y="1136650"/>
              <a:ext cx="3563667" cy="857250"/>
            </a:xfrm>
            <a:custGeom>
              <a:avLst/>
              <a:gdLst/>
              <a:ahLst/>
              <a:cxnLst/>
              <a:rect r="r" b="b" t="t" l="l"/>
              <a:pathLst>
                <a:path h="857250" w="3563667">
                  <a:moveTo>
                    <a:pt x="0" y="0"/>
                  </a:moveTo>
                  <a:lnTo>
                    <a:pt x="3563667" y="0"/>
                  </a:lnTo>
                  <a:lnTo>
                    <a:pt x="3563667" y="857250"/>
                  </a:lnTo>
                  <a:lnTo>
                    <a:pt x="0" y="857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7"/>
              <a:stretch>
                <a:fillRect l="-42906" t="-272592" r="-28509" b="-61481"/>
              </a:stretch>
            </a:blipFill>
          </p:spPr>
        </p:sp>
        <p:sp>
          <p:nvSpPr>
            <p:cNvPr name="Freeform 43" id="43"/>
            <p:cNvSpPr/>
            <p:nvPr/>
          </p:nvSpPr>
          <p:spPr>
            <a:xfrm flipH="false" flipV="false" rot="-10800000">
              <a:off x="1609518" y="0"/>
              <a:ext cx="3221858" cy="1085590"/>
            </a:xfrm>
            <a:custGeom>
              <a:avLst/>
              <a:gdLst/>
              <a:ahLst/>
              <a:cxnLst/>
              <a:rect r="r" b="b" t="t" l="l"/>
              <a:pathLst>
                <a:path h="1085590" w="3221858">
                  <a:moveTo>
                    <a:pt x="0" y="0"/>
                  </a:moveTo>
                  <a:lnTo>
                    <a:pt x="3221858" y="0"/>
                  </a:lnTo>
                  <a:lnTo>
                    <a:pt x="3221858" y="1085590"/>
                  </a:lnTo>
                  <a:lnTo>
                    <a:pt x="0" y="1085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7"/>
              <a:stretch>
                <a:fillRect l="-56209" t="-238623" r="-38862" b="-14038"/>
              </a:stretch>
            </a:blip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12801600" y="7143940"/>
            <a:ext cx="2468880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6"/>
              </a:lnSpc>
            </a:pPr>
            <a:r>
              <a:rPr lang="en-US" sz="2230" b="true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Bạn thử nghĩ xem mình có thể làm gì nào?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955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75816" y="0"/>
            <a:ext cx="18454266" cy="10380525"/>
          </a:xfrm>
          <a:custGeom>
            <a:avLst/>
            <a:gdLst/>
            <a:ahLst/>
            <a:cxnLst/>
            <a:rect r="r" b="b" t="t" l="l"/>
            <a:pathLst>
              <a:path h="10380525" w="18454266">
                <a:moveTo>
                  <a:pt x="0" y="0"/>
                </a:moveTo>
                <a:lnTo>
                  <a:pt x="18454266" y="0"/>
                </a:lnTo>
                <a:lnTo>
                  <a:pt x="18454266" y="10380525"/>
                </a:lnTo>
                <a:lnTo>
                  <a:pt x="0" y="103805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9550" y="209550"/>
            <a:ext cx="1533525" cy="1295400"/>
          </a:xfrm>
          <a:custGeom>
            <a:avLst/>
            <a:gdLst/>
            <a:ahLst/>
            <a:cxnLst/>
            <a:rect r="r" b="b" t="t" l="l"/>
            <a:pathLst>
              <a:path h="1295400" w="1533525">
                <a:moveTo>
                  <a:pt x="0" y="0"/>
                </a:moveTo>
                <a:lnTo>
                  <a:pt x="1533525" y="0"/>
                </a:lnTo>
                <a:lnTo>
                  <a:pt x="153352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08176" y="967970"/>
            <a:ext cx="5449824" cy="1476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8"/>
              </a:lnSpc>
            </a:pPr>
            <a:r>
              <a:rPr lang="en-US" sz="5243" spc="-104" b="true">
                <a:solidFill>
                  <a:srgbClr val="F49A33"/>
                </a:solidFill>
                <a:latin typeface="Asap Bold"/>
                <a:ea typeface="Asap Bold"/>
                <a:cs typeface="Asap Bold"/>
                <a:sym typeface="Asap Bold"/>
              </a:rPr>
              <a:t>Tới lượt bạn rồi:</a:t>
            </a:r>
          </a:p>
          <a:p>
            <a:pPr algn="l">
              <a:lnSpc>
                <a:spcPts val="5768"/>
              </a:lnSpc>
            </a:pPr>
            <a:r>
              <a:rPr lang="en-US" sz="5243" spc="-104" b="true">
                <a:solidFill>
                  <a:srgbClr val="F49A33"/>
                </a:solidFill>
                <a:latin typeface="Asap Bold"/>
                <a:ea typeface="Asap Bold"/>
                <a:cs typeface="Asap Bold"/>
                <a:sym typeface="Asap Bold"/>
              </a:rPr>
              <a:t>Bạn có thể làm gì?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524625" y="209550"/>
            <a:ext cx="885825" cy="866775"/>
          </a:xfrm>
          <a:custGeom>
            <a:avLst/>
            <a:gdLst/>
            <a:ahLst/>
            <a:cxnLst/>
            <a:rect r="r" b="b" t="t" l="l"/>
            <a:pathLst>
              <a:path h="866775" w="885825">
                <a:moveTo>
                  <a:pt x="0" y="0"/>
                </a:moveTo>
                <a:lnTo>
                  <a:pt x="885825" y="0"/>
                </a:lnTo>
                <a:lnTo>
                  <a:pt x="8858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096625" y="428625"/>
            <a:ext cx="885825" cy="857250"/>
          </a:xfrm>
          <a:custGeom>
            <a:avLst/>
            <a:gdLst/>
            <a:ahLst/>
            <a:cxnLst/>
            <a:rect r="r" b="b" t="t" l="l"/>
            <a:pathLst>
              <a:path h="857250" w="885825">
                <a:moveTo>
                  <a:pt x="0" y="0"/>
                </a:moveTo>
                <a:lnTo>
                  <a:pt x="885825" y="0"/>
                </a:lnTo>
                <a:lnTo>
                  <a:pt x="8858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887700" y="209550"/>
            <a:ext cx="666750" cy="1076325"/>
          </a:xfrm>
          <a:custGeom>
            <a:avLst/>
            <a:gdLst/>
            <a:ahLst/>
            <a:cxnLst/>
            <a:rect r="r" b="b" t="t" l="l"/>
            <a:pathLst>
              <a:path h="1076325" w="666750">
                <a:moveTo>
                  <a:pt x="0" y="0"/>
                </a:moveTo>
                <a:lnTo>
                  <a:pt x="666750" y="0"/>
                </a:lnTo>
                <a:lnTo>
                  <a:pt x="6667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325850" y="209550"/>
            <a:ext cx="1962150" cy="1724025"/>
          </a:xfrm>
          <a:custGeom>
            <a:avLst/>
            <a:gdLst/>
            <a:ahLst/>
            <a:cxnLst/>
            <a:rect r="r" b="b" t="t" l="l"/>
            <a:pathLst>
              <a:path h="1724025" w="1962150">
                <a:moveTo>
                  <a:pt x="0" y="0"/>
                </a:moveTo>
                <a:lnTo>
                  <a:pt x="1962150" y="0"/>
                </a:lnTo>
                <a:lnTo>
                  <a:pt x="1962150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0" y="2571750"/>
            <a:ext cx="1524000" cy="1504950"/>
          </a:xfrm>
          <a:custGeom>
            <a:avLst/>
            <a:gdLst/>
            <a:ahLst/>
            <a:cxnLst/>
            <a:rect r="r" b="b" t="t" l="l"/>
            <a:pathLst>
              <a:path h="1504950" w="1524000">
                <a:moveTo>
                  <a:pt x="0" y="0"/>
                </a:moveTo>
                <a:lnTo>
                  <a:pt x="1524000" y="0"/>
                </a:lnTo>
                <a:lnTo>
                  <a:pt x="15240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28625" y="3857625"/>
            <a:ext cx="885825" cy="857250"/>
          </a:xfrm>
          <a:custGeom>
            <a:avLst/>
            <a:gdLst/>
            <a:ahLst/>
            <a:cxnLst/>
            <a:rect r="r" b="b" t="t" l="l"/>
            <a:pathLst>
              <a:path h="857250" w="885825">
                <a:moveTo>
                  <a:pt x="0" y="0"/>
                </a:moveTo>
                <a:lnTo>
                  <a:pt x="885825" y="0"/>
                </a:lnTo>
                <a:lnTo>
                  <a:pt x="8858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096000" y="2781300"/>
            <a:ext cx="876300" cy="647700"/>
          </a:xfrm>
          <a:custGeom>
            <a:avLst/>
            <a:gdLst/>
            <a:ahLst/>
            <a:cxnLst/>
            <a:rect r="r" b="b" t="t" l="l"/>
            <a:pathLst>
              <a:path h="647700" w="876300">
                <a:moveTo>
                  <a:pt x="0" y="0"/>
                </a:moveTo>
                <a:lnTo>
                  <a:pt x="876300" y="0"/>
                </a:lnTo>
                <a:lnTo>
                  <a:pt x="87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7192625" y="2143125"/>
            <a:ext cx="885825" cy="857250"/>
          </a:xfrm>
          <a:custGeom>
            <a:avLst/>
            <a:gdLst/>
            <a:ahLst/>
            <a:cxnLst/>
            <a:rect r="r" b="b" t="t" l="l"/>
            <a:pathLst>
              <a:path h="857250" w="885825">
                <a:moveTo>
                  <a:pt x="0" y="0"/>
                </a:moveTo>
                <a:lnTo>
                  <a:pt x="885825" y="0"/>
                </a:lnTo>
                <a:lnTo>
                  <a:pt x="8858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544925" y="3857625"/>
            <a:ext cx="657225" cy="857250"/>
          </a:xfrm>
          <a:custGeom>
            <a:avLst/>
            <a:gdLst/>
            <a:ahLst/>
            <a:cxnLst/>
            <a:rect r="r" b="b" t="t" l="l"/>
            <a:pathLst>
              <a:path h="857250" w="657225">
                <a:moveTo>
                  <a:pt x="0" y="0"/>
                </a:moveTo>
                <a:lnTo>
                  <a:pt x="657225" y="0"/>
                </a:lnTo>
                <a:lnTo>
                  <a:pt x="6572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6973550" y="6000750"/>
            <a:ext cx="666750" cy="857250"/>
          </a:xfrm>
          <a:custGeom>
            <a:avLst/>
            <a:gdLst/>
            <a:ahLst/>
            <a:cxnLst/>
            <a:rect r="r" b="b" t="t" l="l"/>
            <a:pathLst>
              <a:path h="857250" w="666750">
                <a:moveTo>
                  <a:pt x="0" y="0"/>
                </a:moveTo>
                <a:lnTo>
                  <a:pt x="666750" y="0"/>
                </a:lnTo>
                <a:lnTo>
                  <a:pt x="6667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753850" y="1285875"/>
            <a:ext cx="4581525" cy="2790825"/>
          </a:xfrm>
          <a:custGeom>
            <a:avLst/>
            <a:gdLst/>
            <a:ahLst/>
            <a:cxnLst/>
            <a:rect r="r" b="b" t="t" l="l"/>
            <a:pathLst>
              <a:path h="2790825" w="4581525">
                <a:moveTo>
                  <a:pt x="0" y="0"/>
                </a:moveTo>
                <a:lnTo>
                  <a:pt x="4581525" y="0"/>
                </a:lnTo>
                <a:lnTo>
                  <a:pt x="4581525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2783312" y="3007043"/>
            <a:ext cx="2761488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9"/>
              </a:lnSpc>
            </a:pPr>
            <a:r>
              <a:rPr lang="en-US" sz="2407" b="true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Phân loại rác ở nhà</a:t>
            </a:r>
          </a:p>
          <a:p>
            <a:pPr algn="ctr">
              <a:lnSpc>
                <a:spcPts val="2889"/>
              </a:lnSpc>
            </a:pPr>
            <a:r>
              <a:rPr lang="en-US" sz="2407" b="true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và ở trường.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304925" y="3429000"/>
            <a:ext cx="4791075" cy="2790825"/>
          </a:xfrm>
          <a:custGeom>
            <a:avLst/>
            <a:gdLst/>
            <a:ahLst/>
            <a:cxnLst/>
            <a:rect r="r" b="b" t="t" l="l"/>
            <a:pathLst>
              <a:path h="2790825" w="4791075">
                <a:moveTo>
                  <a:pt x="0" y="0"/>
                </a:moveTo>
                <a:lnTo>
                  <a:pt x="4791075" y="0"/>
                </a:lnTo>
                <a:lnTo>
                  <a:pt x="4791075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322576" y="4826889"/>
            <a:ext cx="3017520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9"/>
              </a:lnSpc>
            </a:pPr>
            <a:r>
              <a:rPr lang="en-US" sz="2407" b="true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Nhắc nhở người thân</a:t>
            </a:r>
          </a:p>
          <a:p>
            <a:pPr algn="ctr">
              <a:lnSpc>
                <a:spcPts val="2889"/>
              </a:lnSpc>
            </a:pPr>
            <a:r>
              <a:rPr lang="en-US" sz="2407" b="true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tắt các thiết bị điện</a:t>
            </a:r>
          </a:p>
          <a:p>
            <a:pPr algn="ctr">
              <a:lnSpc>
                <a:spcPts val="2889"/>
              </a:lnSpc>
            </a:pPr>
            <a:r>
              <a:rPr lang="en-US" sz="2407" b="true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không dùng đến.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3048000" y="2781300"/>
            <a:ext cx="1524000" cy="1933575"/>
          </a:xfrm>
          <a:custGeom>
            <a:avLst/>
            <a:gdLst/>
            <a:ahLst/>
            <a:cxnLst/>
            <a:rect r="r" b="b" t="t" l="l"/>
            <a:pathLst>
              <a:path h="1933575" w="1524000">
                <a:moveTo>
                  <a:pt x="0" y="0"/>
                </a:moveTo>
                <a:lnTo>
                  <a:pt x="1524000" y="0"/>
                </a:lnTo>
                <a:lnTo>
                  <a:pt x="152400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7181850" y="638175"/>
            <a:ext cx="3924300" cy="2362200"/>
          </a:xfrm>
          <a:custGeom>
            <a:avLst/>
            <a:gdLst/>
            <a:ahLst/>
            <a:cxnLst/>
            <a:rect r="r" b="b" t="t" l="l"/>
            <a:pathLst>
              <a:path h="2362200" w="3924300">
                <a:moveTo>
                  <a:pt x="0" y="0"/>
                </a:moveTo>
                <a:lnTo>
                  <a:pt x="3924300" y="0"/>
                </a:lnTo>
                <a:lnTo>
                  <a:pt x="392430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7181850" y="3209925"/>
            <a:ext cx="3924300" cy="3867150"/>
          </a:xfrm>
          <a:custGeom>
            <a:avLst/>
            <a:gdLst/>
            <a:ahLst/>
            <a:cxnLst/>
            <a:rect r="r" b="b" t="t" l="l"/>
            <a:pathLst>
              <a:path h="3867150" w="3924300">
                <a:moveTo>
                  <a:pt x="0" y="0"/>
                </a:moveTo>
                <a:lnTo>
                  <a:pt x="3924300" y="0"/>
                </a:lnTo>
                <a:lnTo>
                  <a:pt x="3924300" y="3867150"/>
                </a:lnTo>
                <a:lnTo>
                  <a:pt x="0" y="386715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8138160" y="4560658"/>
            <a:ext cx="2011680" cy="1267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2"/>
              </a:lnSpc>
            </a:pPr>
            <a:r>
              <a:rPr lang="en-US" sz="2266" b="true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Hưởng ứng</a:t>
            </a:r>
          </a:p>
          <a:p>
            <a:pPr algn="ctr">
              <a:lnSpc>
                <a:spcPts val="2492"/>
              </a:lnSpc>
            </a:pPr>
            <a:r>
              <a:rPr lang="en-US" sz="2266" b="true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Giờ Trái Đất &amp;</a:t>
            </a:r>
          </a:p>
          <a:p>
            <a:pPr algn="ctr">
              <a:lnSpc>
                <a:spcPts val="2492"/>
              </a:lnSpc>
            </a:pPr>
            <a:r>
              <a:rPr lang="en-US" sz="2266" b="true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Ngày Trái Đất</a:t>
            </a:r>
          </a:p>
          <a:p>
            <a:pPr algn="ctr">
              <a:lnSpc>
                <a:spcPts val="2492"/>
              </a:lnSpc>
            </a:pPr>
            <a:r>
              <a:rPr lang="en-US" sz="2266" b="true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bằng cách nào?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6096000" y="4924425"/>
            <a:ext cx="1314450" cy="438150"/>
          </a:xfrm>
          <a:custGeom>
            <a:avLst/>
            <a:gdLst/>
            <a:ahLst/>
            <a:cxnLst/>
            <a:rect r="r" b="b" t="t" l="l"/>
            <a:pathLst>
              <a:path h="438150" w="1314450">
                <a:moveTo>
                  <a:pt x="0" y="0"/>
                </a:moveTo>
                <a:lnTo>
                  <a:pt x="1314450" y="0"/>
                </a:lnTo>
                <a:lnTo>
                  <a:pt x="13144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0448925" y="3209925"/>
            <a:ext cx="1533525" cy="1076325"/>
          </a:xfrm>
          <a:custGeom>
            <a:avLst/>
            <a:gdLst/>
            <a:ahLst/>
            <a:cxnLst/>
            <a:rect r="r" b="b" t="t" l="l"/>
            <a:pathLst>
              <a:path h="1076325" w="1533525">
                <a:moveTo>
                  <a:pt x="0" y="0"/>
                </a:moveTo>
                <a:lnTo>
                  <a:pt x="1533525" y="0"/>
                </a:lnTo>
                <a:lnTo>
                  <a:pt x="153352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9353550" y="2571750"/>
            <a:ext cx="447675" cy="857250"/>
          </a:xfrm>
          <a:custGeom>
            <a:avLst/>
            <a:gdLst/>
            <a:ahLst/>
            <a:cxnLst/>
            <a:rect r="r" b="b" t="t" l="l"/>
            <a:pathLst>
              <a:path h="857250" w="447675">
                <a:moveTo>
                  <a:pt x="0" y="0"/>
                </a:moveTo>
                <a:lnTo>
                  <a:pt x="447675" y="0"/>
                </a:lnTo>
                <a:lnTo>
                  <a:pt x="4476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2620625" y="4067175"/>
            <a:ext cx="4143375" cy="2581275"/>
          </a:xfrm>
          <a:custGeom>
            <a:avLst/>
            <a:gdLst/>
            <a:ahLst/>
            <a:cxnLst/>
            <a:rect r="r" b="b" t="t" l="l"/>
            <a:pathLst>
              <a:path h="2581275" w="4143375">
                <a:moveTo>
                  <a:pt x="0" y="0"/>
                </a:moveTo>
                <a:lnTo>
                  <a:pt x="4143375" y="0"/>
                </a:lnTo>
                <a:lnTo>
                  <a:pt x="4143375" y="2581275"/>
                </a:lnTo>
                <a:lnTo>
                  <a:pt x="0" y="258127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5876925" y="6210300"/>
            <a:ext cx="1962150" cy="1295400"/>
          </a:xfrm>
          <a:custGeom>
            <a:avLst/>
            <a:gdLst/>
            <a:ahLst/>
            <a:cxnLst/>
            <a:rect r="r" b="b" t="t" l="l"/>
            <a:pathLst>
              <a:path h="1295400" w="1962150">
                <a:moveTo>
                  <a:pt x="0" y="0"/>
                </a:moveTo>
                <a:lnTo>
                  <a:pt x="1962150" y="0"/>
                </a:lnTo>
                <a:lnTo>
                  <a:pt x="19621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0448925" y="6429375"/>
            <a:ext cx="876300" cy="1714500"/>
          </a:xfrm>
          <a:custGeom>
            <a:avLst/>
            <a:gdLst/>
            <a:ahLst/>
            <a:cxnLst/>
            <a:rect r="r" b="b" t="t" l="l"/>
            <a:pathLst>
              <a:path h="1714500" w="876300">
                <a:moveTo>
                  <a:pt x="0" y="0"/>
                </a:moveTo>
                <a:lnTo>
                  <a:pt x="876300" y="0"/>
                </a:lnTo>
                <a:lnTo>
                  <a:pt x="87630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1096625" y="4924425"/>
            <a:ext cx="1533525" cy="647700"/>
          </a:xfrm>
          <a:custGeom>
            <a:avLst/>
            <a:gdLst/>
            <a:ahLst/>
            <a:cxnLst/>
            <a:rect r="r" b="b" t="t" l="l"/>
            <a:pathLst>
              <a:path h="647700" w="1533525">
                <a:moveTo>
                  <a:pt x="0" y="0"/>
                </a:moveTo>
                <a:lnTo>
                  <a:pt x="1533525" y="0"/>
                </a:lnTo>
                <a:lnTo>
                  <a:pt x="15335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2171700" y="6429375"/>
            <a:ext cx="4362450" cy="2571750"/>
          </a:xfrm>
          <a:custGeom>
            <a:avLst/>
            <a:gdLst/>
            <a:ahLst/>
            <a:cxnLst/>
            <a:rect r="r" b="b" t="t" l="l"/>
            <a:pathLst>
              <a:path h="2571750" w="4362450">
                <a:moveTo>
                  <a:pt x="0" y="0"/>
                </a:moveTo>
                <a:lnTo>
                  <a:pt x="4362450" y="0"/>
                </a:lnTo>
                <a:lnTo>
                  <a:pt x="4362450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524000" y="6429375"/>
            <a:ext cx="657225" cy="857250"/>
          </a:xfrm>
          <a:custGeom>
            <a:avLst/>
            <a:gdLst/>
            <a:ahLst/>
            <a:cxnLst/>
            <a:rect r="r" b="b" t="t" l="l"/>
            <a:pathLst>
              <a:path h="857250" w="657225">
                <a:moveTo>
                  <a:pt x="0" y="0"/>
                </a:moveTo>
                <a:lnTo>
                  <a:pt x="657225" y="0"/>
                </a:lnTo>
                <a:lnTo>
                  <a:pt x="6572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209550" y="7496175"/>
            <a:ext cx="1104900" cy="647700"/>
          </a:xfrm>
          <a:custGeom>
            <a:avLst/>
            <a:gdLst/>
            <a:ahLst/>
            <a:cxnLst/>
            <a:rect r="r" b="b" t="t" l="l"/>
            <a:pathLst>
              <a:path h="647700" w="1104900">
                <a:moveTo>
                  <a:pt x="0" y="0"/>
                </a:moveTo>
                <a:lnTo>
                  <a:pt x="1104900" y="0"/>
                </a:lnTo>
                <a:lnTo>
                  <a:pt x="11049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085850" y="8353425"/>
            <a:ext cx="876300" cy="866775"/>
          </a:xfrm>
          <a:custGeom>
            <a:avLst/>
            <a:gdLst/>
            <a:ahLst/>
            <a:cxnLst/>
            <a:rect r="r" b="b" t="t" l="l"/>
            <a:pathLst>
              <a:path h="866775" w="876300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-2604979">
            <a:off x="5000625" y="9210675"/>
            <a:ext cx="885825" cy="866775"/>
          </a:xfrm>
          <a:custGeom>
            <a:avLst/>
            <a:gdLst/>
            <a:ahLst/>
            <a:cxnLst/>
            <a:rect r="r" b="b" t="t" l="l"/>
            <a:pathLst>
              <a:path h="866775" w="885825">
                <a:moveTo>
                  <a:pt x="0" y="0"/>
                </a:moveTo>
                <a:lnTo>
                  <a:pt x="885825" y="0"/>
                </a:lnTo>
                <a:lnTo>
                  <a:pt x="8858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6962775" y="7286625"/>
            <a:ext cx="4800600" cy="3000375"/>
          </a:xfrm>
          <a:custGeom>
            <a:avLst/>
            <a:gdLst/>
            <a:ahLst/>
            <a:cxnLst/>
            <a:rect r="r" b="b" t="t" l="l"/>
            <a:pathLst>
              <a:path h="3000375" w="4800600">
                <a:moveTo>
                  <a:pt x="0" y="0"/>
                </a:moveTo>
                <a:lnTo>
                  <a:pt x="4800600" y="0"/>
                </a:lnTo>
                <a:lnTo>
                  <a:pt x="4800600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9472612" y="5912739"/>
            <a:ext cx="3529584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9"/>
              </a:lnSpc>
            </a:pPr>
            <a:r>
              <a:rPr lang="en-US" sz="2407" b="true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Không bề cành, ngắt hoa.</a:t>
            </a:r>
          </a:p>
          <a:p>
            <a:pPr algn="ctr">
              <a:lnSpc>
                <a:spcPts val="2889"/>
              </a:lnSpc>
            </a:pPr>
            <a:r>
              <a:rPr lang="en-US" sz="2407" b="true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Hãy cùng ba mẹ chăm sóc</a:t>
            </a:r>
          </a:p>
          <a:p>
            <a:pPr algn="ctr">
              <a:lnSpc>
                <a:spcPts val="2889"/>
              </a:lnSpc>
            </a:pPr>
            <a:r>
              <a:rPr lang="en-US" sz="2407" b="true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cây xanh.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8486775" y="7067550"/>
            <a:ext cx="1971675" cy="1724025"/>
          </a:xfrm>
          <a:custGeom>
            <a:avLst/>
            <a:gdLst/>
            <a:ahLst/>
            <a:cxnLst/>
            <a:rect r="r" b="b" t="t" l="l"/>
            <a:pathLst>
              <a:path h="1724025" w="1971675">
                <a:moveTo>
                  <a:pt x="0" y="0"/>
                </a:moveTo>
                <a:lnTo>
                  <a:pt x="1971675" y="0"/>
                </a:lnTo>
                <a:lnTo>
                  <a:pt x="1971675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2401550" y="6858000"/>
            <a:ext cx="3495675" cy="1714500"/>
          </a:xfrm>
          <a:custGeom>
            <a:avLst/>
            <a:gdLst/>
            <a:ahLst/>
            <a:cxnLst/>
            <a:rect r="r" b="b" t="t" l="l"/>
            <a:pathLst>
              <a:path h="1714500" w="3495675">
                <a:moveTo>
                  <a:pt x="0" y="0"/>
                </a:moveTo>
                <a:lnTo>
                  <a:pt x="3495675" y="0"/>
                </a:lnTo>
                <a:lnTo>
                  <a:pt x="349567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12801600" y="7143940"/>
            <a:ext cx="2468880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6"/>
              </a:lnSpc>
            </a:pPr>
            <a:r>
              <a:rPr lang="en-US" sz="2230" b="true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Còn rất nhiều đám</a:t>
            </a:r>
          </a:p>
          <a:p>
            <a:pPr algn="ctr">
              <a:lnSpc>
                <a:spcPts val="2676"/>
              </a:lnSpc>
            </a:pPr>
            <a:r>
              <a:rPr lang="en-US" sz="2230" b="true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mây trống, bạn hãy</a:t>
            </a:r>
          </a:p>
          <a:p>
            <a:pPr algn="ctr">
              <a:lnSpc>
                <a:spcPts val="2676"/>
              </a:lnSpc>
            </a:pPr>
            <a:r>
              <a:rPr lang="en-US" sz="2230" b="true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tự điền thêm nhé!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14144625" y="6937076"/>
            <a:ext cx="4143375" cy="3349924"/>
          </a:xfrm>
          <a:custGeom>
            <a:avLst/>
            <a:gdLst/>
            <a:ahLst/>
            <a:cxnLst/>
            <a:rect r="r" b="b" t="t" l="l"/>
            <a:pathLst>
              <a:path h="3349924" w="4143375">
                <a:moveTo>
                  <a:pt x="0" y="0"/>
                </a:moveTo>
                <a:lnTo>
                  <a:pt x="4143375" y="0"/>
                </a:lnTo>
                <a:lnTo>
                  <a:pt x="4143375" y="3349924"/>
                </a:lnTo>
                <a:lnTo>
                  <a:pt x="0" y="3349924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 l="0" t="0" r="0" b="-13912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1753850" y="6210300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2401550" y="8782050"/>
            <a:ext cx="885825" cy="647700"/>
          </a:xfrm>
          <a:custGeom>
            <a:avLst/>
            <a:gdLst/>
            <a:ahLst/>
            <a:cxnLst/>
            <a:rect r="r" b="b" t="t" l="l"/>
            <a:pathLst>
              <a:path h="647700" w="885825">
                <a:moveTo>
                  <a:pt x="0" y="0"/>
                </a:moveTo>
                <a:lnTo>
                  <a:pt x="885825" y="0"/>
                </a:lnTo>
                <a:lnTo>
                  <a:pt x="8858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13496925" y="9429750"/>
            <a:ext cx="876300" cy="647700"/>
          </a:xfrm>
          <a:custGeom>
            <a:avLst/>
            <a:gdLst/>
            <a:ahLst/>
            <a:cxnLst/>
            <a:rect r="r" b="b" t="t" l="l"/>
            <a:pathLst>
              <a:path h="647700" w="876300">
                <a:moveTo>
                  <a:pt x="0" y="0"/>
                </a:moveTo>
                <a:lnTo>
                  <a:pt x="876300" y="0"/>
                </a:lnTo>
                <a:lnTo>
                  <a:pt x="87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638925"/>
            <a:ext cx="18288000" cy="3648075"/>
          </a:xfrm>
          <a:custGeom>
            <a:avLst/>
            <a:gdLst/>
            <a:ahLst/>
            <a:cxnLst/>
            <a:rect r="r" b="b" t="t" l="l"/>
            <a:pathLst>
              <a:path h="3648075" w="18288000">
                <a:moveTo>
                  <a:pt x="0" y="0"/>
                </a:moveTo>
                <a:lnTo>
                  <a:pt x="18288000" y="0"/>
                </a:lnTo>
                <a:lnTo>
                  <a:pt x="18288000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2400300" cy="1714500"/>
          </a:xfrm>
          <a:custGeom>
            <a:avLst/>
            <a:gdLst/>
            <a:ahLst/>
            <a:cxnLst/>
            <a:rect r="r" b="b" t="t" l="l"/>
            <a:pathLst>
              <a:path h="1714500" w="2400300">
                <a:moveTo>
                  <a:pt x="0" y="0"/>
                </a:moveTo>
                <a:lnTo>
                  <a:pt x="2400300" y="0"/>
                </a:lnTo>
                <a:lnTo>
                  <a:pt x="240030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801850" y="0"/>
            <a:ext cx="3276600" cy="1933575"/>
          </a:xfrm>
          <a:custGeom>
            <a:avLst/>
            <a:gdLst/>
            <a:ahLst/>
            <a:cxnLst/>
            <a:rect r="r" b="b" t="t" l="l"/>
            <a:pathLst>
              <a:path h="1933575" w="3276600">
                <a:moveTo>
                  <a:pt x="0" y="0"/>
                </a:moveTo>
                <a:lnTo>
                  <a:pt x="3276600" y="0"/>
                </a:lnTo>
                <a:lnTo>
                  <a:pt x="327660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2781300"/>
            <a:ext cx="1524000" cy="1295400"/>
          </a:xfrm>
          <a:custGeom>
            <a:avLst/>
            <a:gdLst/>
            <a:ahLst/>
            <a:cxnLst/>
            <a:rect r="r" b="b" t="t" l="l"/>
            <a:pathLst>
              <a:path h="1295400" w="1524000">
                <a:moveTo>
                  <a:pt x="0" y="0"/>
                </a:moveTo>
                <a:lnTo>
                  <a:pt x="1524000" y="0"/>
                </a:lnTo>
                <a:lnTo>
                  <a:pt x="15240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325850" y="2352675"/>
            <a:ext cx="1962150" cy="1724025"/>
          </a:xfrm>
          <a:custGeom>
            <a:avLst/>
            <a:gdLst/>
            <a:ahLst/>
            <a:cxnLst/>
            <a:rect r="r" b="b" t="t" l="l"/>
            <a:pathLst>
              <a:path h="1724025" w="1962150">
                <a:moveTo>
                  <a:pt x="0" y="0"/>
                </a:moveTo>
                <a:lnTo>
                  <a:pt x="1962150" y="0"/>
                </a:lnTo>
                <a:lnTo>
                  <a:pt x="1962150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952625" y="1714500"/>
            <a:ext cx="14382750" cy="7286625"/>
          </a:xfrm>
          <a:custGeom>
            <a:avLst/>
            <a:gdLst/>
            <a:ahLst/>
            <a:cxnLst/>
            <a:rect r="r" b="b" t="t" l="l"/>
            <a:pathLst>
              <a:path h="7286625" w="14382750">
                <a:moveTo>
                  <a:pt x="0" y="0"/>
                </a:moveTo>
                <a:lnTo>
                  <a:pt x="14382750" y="0"/>
                </a:lnTo>
                <a:lnTo>
                  <a:pt x="14382750" y="7286625"/>
                </a:lnTo>
                <a:lnTo>
                  <a:pt x="0" y="72866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609850" y="1842278"/>
            <a:ext cx="12849225" cy="7158847"/>
          </a:xfrm>
          <a:custGeom>
            <a:avLst/>
            <a:gdLst/>
            <a:ahLst/>
            <a:cxnLst/>
            <a:rect r="r" b="b" t="t" l="l"/>
            <a:pathLst>
              <a:path h="7158847" w="12849225">
                <a:moveTo>
                  <a:pt x="0" y="0"/>
                </a:moveTo>
                <a:lnTo>
                  <a:pt x="12849225" y="0"/>
                </a:lnTo>
                <a:lnTo>
                  <a:pt x="12849225" y="7158847"/>
                </a:lnTo>
                <a:lnTo>
                  <a:pt x="0" y="715884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577" t="0" r="-577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828925" y="428625"/>
            <a:ext cx="12689441" cy="1504950"/>
          </a:xfrm>
          <a:custGeom>
            <a:avLst/>
            <a:gdLst/>
            <a:ahLst/>
            <a:cxnLst/>
            <a:rect r="r" b="b" t="t" l="l"/>
            <a:pathLst>
              <a:path h="1504950" w="12689441">
                <a:moveTo>
                  <a:pt x="0" y="0"/>
                </a:moveTo>
                <a:lnTo>
                  <a:pt x="12689441" y="0"/>
                </a:lnTo>
                <a:lnTo>
                  <a:pt x="12689441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1121" r="0" b="-1121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267700" y="1714500"/>
            <a:ext cx="1752600" cy="2143125"/>
          </a:xfrm>
          <a:custGeom>
            <a:avLst/>
            <a:gdLst/>
            <a:ahLst/>
            <a:cxnLst/>
            <a:rect r="r" b="b" t="t" l="l"/>
            <a:pathLst>
              <a:path h="2143125" w="1752600">
                <a:moveTo>
                  <a:pt x="0" y="0"/>
                </a:moveTo>
                <a:lnTo>
                  <a:pt x="1752600" y="0"/>
                </a:lnTo>
                <a:lnTo>
                  <a:pt x="1752600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517136" y="3989660"/>
            <a:ext cx="9253728" cy="497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8"/>
              </a:lnSpc>
            </a:pPr>
            <a:r>
              <a:rPr lang="en-US" sz="3294">
                <a:solidFill>
                  <a:srgbClr val="472B1D"/>
                </a:solidFill>
                <a:latin typeface="Asap"/>
                <a:ea typeface="Asap"/>
                <a:cs typeface="Asap"/>
                <a:sym typeface="Asap"/>
              </a:rPr>
              <a:t>Thẻ Chứng Nhận: Hiệp Sĩ Xanh Bảo Vệ Môi Trường</a:t>
            </a:r>
          </a:p>
        </p:txBody>
      </p:sp>
      <p:sp>
        <p:nvSpPr>
          <p:cNvPr name="Freeform 12" id="12" descr="Upscaled image"/>
          <p:cNvSpPr/>
          <p:nvPr/>
        </p:nvSpPr>
        <p:spPr>
          <a:xfrm flipH="false" flipV="false" rot="0">
            <a:off x="11459951" y="5357812"/>
            <a:ext cx="3577895" cy="3666551"/>
          </a:xfrm>
          <a:custGeom>
            <a:avLst/>
            <a:gdLst/>
            <a:ahLst/>
            <a:cxnLst/>
            <a:rect r="r" b="b" t="t" l="l"/>
            <a:pathLst>
              <a:path h="3666551" w="3577895">
                <a:moveTo>
                  <a:pt x="0" y="0"/>
                </a:moveTo>
                <a:lnTo>
                  <a:pt x="3577895" y="0"/>
                </a:lnTo>
                <a:lnTo>
                  <a:pt x="3577895" y="3666551"/>
                </a:lnTo>
                <a:lnTo>
                  <a:pt x="0" y="366655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2041" t="0" r="-2041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376672" y="4842572"/>
            <a:ext cx="7534656" cy="1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7"/>
              </a:lnSpc>
            </a:pPr>
            <a:r>
              <a:rPr lang="en-US" sz="4180" b="true">
                <a:solidFill>
                  <a:srgbClr val="472B1D"/>
                </a:solidFill>
                <a:latin typeface="Asap Bold"/>
                <a:ea typeface="Asap Bold"/>
                <a:cs typeface="Asap Bold"/>
                <a:sym typeface="Asap Bold"/>
              </a:rPr>
              <a:t>Tớ hứa sẽ luôn yêu thương Mầm</a:t>
            </a:r>
          </a:p>
          <a:p>
            <a:pPr algn="ctr">
              <a:lnSpc>
                <a:spcPts val="4807"/>
              </a:lnSpc>
            </a:pPr>
            <a:r>
              <a:rPr lang="en-US" sz="4180" b="true">
                <a:solidFill>
                  <a:srgbClr val="472B1D"/>
                </a:solidFill>
                <a:latin typeface="Asap Bold"/>
                <a:ea typeface="Asap Bold"/>
                <a:cs typeface="Asap Bold"/>
                <a:sym typeface="Asap Bold"/>
              </a:rPr>
              <a:t>Nhỏ, từ việc nhỏ xíu xiu đến</a:t>
            </a:r>
          </a:p>
          <a:p>
            <a:pPr algn="ctr">
              <a:lnSpc>
                <a:spcPts val="4807"/>
              </a:lnSpc>
            </a:pPr>
            <a:r>
              <a:rPr lang="en-US" sz="4180" b="true">
                <a:solidFill>
                  <a:srgbClr val="472B1D"/>
                </a:solidFill>
                <a:latin typeface="Asap Bold"/>
                <a:ea typeface="Asap Bold"/>
                <a:cs typeface="Asap Bold"/>
                <a:sym typeface="Asap Bold"/>
              </a:rPr>
              <a:t>việc to đùng đoàng!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28816" y="7533107"/>
            <a:ext cx="5230368" cy="477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5"/>
              </a:lnSpc>
            </a:pPr>
            <a:r>
              <a:rPr lang="en-US" sz="3187">
                <a:solidFill>
                  <a:srgbClr val="472B1D"/>
                </a:solidFill>
                <a:latin typeface="Asap"/>
                <a:ea typeface="Asap"/>
                <a:cs typeface="Asap"/>
                <a:sym typeface="Asap"/>
              </a:rPr>
              <a:t>Ký tên: ........................................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2609850" y="5143500"/>
            <a:ext cx="3705225" cy="3648075"/>
          </a:xfrm>
          <a:custGeom>
            <a:avLst/>
            <a:gdLst/>
            <a:ahLst/>
            <a:cxnLst/>
            <a:rect r="r" b="b" t="t" l="l"/>
            <a:pathLst>
              <a:path h="3648075" w="3705225">
                <a:moveTo>
                  <a:pt x="0" y="0"/>
                </a:moveTo>
                <a:lnTo>
                  <a:pt x="3705225" y="0"/>
                </a:lnTo>
                <a:lnTo>
                  <a:pt x="3705225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952625" y="8143875"/>
            <a:ext cx="14382750" cy="1504950"/>
          </a:xfrm>
          <a:custGeom>
            <a:avLst/>
            <a:gdLst/>
            <a:ahLst/>
            <a:cxnLst/>
            <a:rect r="r" b="b" t="t" l="l"/>
            <a:pathLst>
              <a:path h="1504950" w="14382750">
                <a:moveTo>
                  <a:pt x="0" y="0"/>
                </a:moveTo>
                <a:lnTo>
                  <a:pt x="14382750" y="0"/>
                </a:lnTo>
                <a:lnTo>
                  <a:pt x="143827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3914775" y="8782050"/>
            <a:ext cx="10458450" cy="1076325"/>
          </a:xfrm>
          <a:custGeom>
            <a:avLst/>
            <a:gdLst/>
            <a:ahLst/>
            <a:cxnLst/>
            <a:rect r="r" b="b" t="t" l="l"/>
            <a:pathLst>
              <a:path h="1076325" w="10458450">
                <a:moveTo>
                  <a:pt x="0" y="0"/>
                </a:moveTo>
                <a:lnTo>
                  <a:pt x="10458450" y="0"/>
                </a:lnTo>
                <a:lnTo>
                  <a:pt x="10458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4517136" y="9021510"/>
            <a:ext cx="9436608" cy="65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4"/>
              </a:lnSpc>
            </a:pPr>
            <a:r>
              <a:rPr lang="en-US" b="true" sz="4499" spc="-224">
                <a:solidFill>
                  <a:srgbClr val="472B1D"/>
                </a:solidFill>
                <a:latin typeface="Asap Bold"/>
                <a:ea typeface="Asap Bold"/>
                <a:cs typeface="Asap Bold"/>
                <a:sym typeface="Asap Bold"/>
              </a:rPr>
              <a:t>Hành động hôm nay  - Trái Đất ngày mai!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2609850" y="8572500"/>
            <a:ext cx="1962150" cy="1714500"/>
          </a:xfrm>
          <a:custGeom>
            <a:avLst/>
            <a:gdLst/>
            <a:ahLst/>
            <a:cxnLst/>
            <a:rect r="r" b="b" t="t" l="l"/>
            <a:pathLst>
              <a:path h="1714500" w="1962150">
                <a:moveTo>
                  <a:pt x="0" y="0"/>
                </a:moveTo>
                <a:lnTo>
                  <a:pt x="1962150" y="0"/>
                </a:lnTo>
                <a:lnTo>
                  <a:pt x="196215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3925550" y="8572500"/>
            <a:ext cx="1752600" cy="1714500"/>
          </a:xfrm>
          <a:custGeom>
            <a:avLst/>
            <a:gdLst/>
            <a:ahLst/>
            <a:cxnLst/>
            <a:rect r="r" b="b" t="t" l="l"/>
            <a:pathLst>
              <a:path h="1714500" w="1752600">
                <a:moveTo>
                  <a:pt x="0" y="0"/>
                </a:moveTo>
                <a:lnTo>
                  <a:pt x="1752600" y="0"/>
                </a:lnTo>
                <a:lnTo>
                  <a:pt x="175260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304925" y="428625"/>
            <a:ext cx="1533525" cy="1285875"/>
          </a:xfrm>
          <a:custGeom>
            <a:avLst/>
            <a:gdLst/>
            <a:ahLst/>
            <a:cxnLst/>
            <a:rect r="r" b="b" t="t" l="l"/>
            <a:pathLst>
              <a:path h="1285875" w="1533525">
                <a:moveTo>
                  <a:pt x="0" y="0"/>
                </a:moveTo>
                <a:lnTo>
                  <a:pt x="1533525" y="0"/>
                </a:lnTo>
                <a:lnTo>
                  <a:pt x="15335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304925" y="4714875"/>
            <a:ext cx="876300" cy="1076325"/>
          </a:xfrm>
          <a:custGeom>
            <a:avLst/>
            <a:gdLst/>
            <a:ahLst/>
            <a:cxnLst/>
            <a:rect r="r" b="b" t="t" l="l"/>
            <a:pathLst>
              <a:path h="1076325" w="876300">
                <a:moveTo>
                  <a:pt x="0" y="0"/>
                </a:moveTo>
                <a:lnTo>
                  <a:pt x="876300" y="0"/>
                </a:lnTo>
                <a:lnTo>
                  <a:pt x="8763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304925" y="6638925"/>
            <a:ext cx="876300" cy="866775"/>
          </a:xfrm>
          <a:custGeom>
            <a:avLst/>
            <a:gdLst/>
            <a:ahLst/>
            <a:cxnLst/>
            <a:rect r="r" b="b" t="t" l="l"/>
            <a:pathLst>
              <a:path h="866775" w="876300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647700" y="8353425"/>
            <a:ext cx="1095375" cy="1295400"/>
          </a:xfrm>
          <a:custGeom>
            <a:avLst/>
            <a:gdLst/>
            <a:ahLst/>
            <a:cxnLst/>
            <a:rect r="r" b="b" t="t" l="l"/>
            <a:pathLst>
              <a:path h="1295400" w="1095375">
                <a:moveTo>
                  <a:pt x="0" y="0"/>
                </a:moveTo>
                <a:lnTo>
                  <a:pt x="1095375" y="0"/>
                </a:lnTo>
                <a:lnTo>
                  <a:pt x="109537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524000" y="9001125"/>
            <a:ext cx="876300" cy="857250"/>
          </a:xfrm>
          <a:custGeom>
            <a:avLst/>
            <a:gdLst/>
            <a:ahLst/>
            <a:cxnLst/>
            <a:rect r="r" b="b" t="t" l="l"/>
            <a:pathLst>
              <a:path h="857250" w="876300">
                <a:moveTo>
                  <a:pt x="0" y="0"/>
                </a:moveTo>
                <a:lnTo>
                  <a:pt x="876300" y="0"/>
                </a:lnTo>
                <a:lnTo>
                  <a:pt x="876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6325850" y="7496175"/>
            <a:ext cx="876300" cy="866775"/>
          </a:xfrm>
          <a:custGeom>
            <a:avLst/>
            <a:gdLst/>
            <a:ahLst/>
            <a:cxnLst/>
            <a:rect r="r" b="b" t="t" l="l"/>
            <a:pathLst>
              <a:path h="866775" w="876300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6973550" y="6858000"/>
            <a:ext cx="885825" cy="857250"/>
          </a:xfrm>
          <a:custGeom>
            <a:avLst/>
            <a:gdLst/>
            <a:ahLst/>
            <a:cxnLst/>
            <a:rect r="r" b="b" t="t" l="l"/>
            <a:pathLst>
              <a:path h="857250" w="885825">
                <a:moveTo>
                  <a:pt x="0" y="0"/>
                </a:moveTo>
                <a:lnTo>
                  <a:pt x="885825" y="0"/>
                </a:lnTo>
                <a:lnTo>
                  <a:pt x="8858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6544925" y="5572125"/>
            <a:ext cx="876300" cy="857250"/>
          </a:xfrm>
          <a:custGeom>
            <a:avLst/>
            <a:gdLst/>
            <a:ahLst/>
            <a:cxnLst/>
            <a:rect r="r" b="b" t="t" l="l"/>
            <a:pathLst>
              <a:path h="857250" w="876300">
                <a:moveTo>
                  <a:pt x="0" y="0"/>
                </a:moveTo>
                <a:lnTo>
                  <a:pt x="876300" y="0"/>
                </a:lnTo>
                <a:lnTo>
                  <a:pt x="876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6325850" y="4286250"/>
            <a:ext cx="657225" cy="857250"/>
          </a:xfrm>
          <a:custGeom>
            <a:avLst/>
            <a:gdLst/>
            <a:ahLst/>
            <a:cxnLst/>
            <a:rect r="r" b="b" t="t" l="l"/>
            <a:pathLst>
              <a:path h="857250" w="657225">
                <a:moveTo>
                  <a:pt x="0" y="0"/>
                </a:moveTo>
                <a:lnTo>
                  <a:pt x="657225" y="0"/>
                </a:lnTo>
                <a:lnTo>
                  <a:pt x="6572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-216000">
            <a:off x="3094466" y="483547"/>
            <a:ext cx="8150089" cy="1195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</a:pPr>
            <a:r>
              <a:rPr lang="en-US" b="true" sz="5599" spc="-279">
                <a:solidFill>
                  <a:srgbClr val="472B1D"/>
                </a:solidFill>
                <a:latin typeface="Asap Bold"/>
                <a:ea typeface="Asap Bold"/>
                <a:cs typeface="Asap Bold"/>
                <a:sym typeface="Asap Bold"/>
              </a:rPr>
              <a:t>Chúc mừng bạn đã trở thành</a:t>
            </a:r>
          </a:p>
        </p:txBody>
      </p:sp>
      <p:sp>
        <p:nvSpPr>
          <p:cNvPr name="TextBox 31" id="31"/>
          <p:cNvSpPr txBox="true"/>
          <p:nvPr/>
        </p:nvSpPr>
        <p:spPr>
          <a:xfrm rot="378000">
            <a:off x="11312421" y="739680"/>
            <a:ext cx="4165476" cy="928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</a:pPr>
            <a:r>
              <a:rPr lang="en-US" b="true" sz="5599" spc="-279">
                <a:solidFill>
                  <a:srgbClr val="472B1D"/>
                </a:solidFill>
                <a:latin typeface="Asap Bold"/>
                <a:ea typeface="Asap Bold"/>
                <a:cs typeface="Asap Bold"/>
                <a:sym typeface="Asap Bold"/>
              </a:rPr>
              <a:t>HIỆP SĨ XANH!</a:t>
            </a:r>
          </a:p>
        </p:txBody>
      </p:sp>
      <p:sp>
        <p:nvSpPr>
          <p:cNvPr name="Freeform 32" id="32" descr="Upscaled image"/>
          <p:cNvSpPr/>
          <p:nvPr/>
        </p:nvSpPr>
        <p:spPr>
          <a:xfrm flipH="false" flipV="false" rot="0">
            <a:off x="2684937" y="5174172"/>
            <a:ext cx="3664398" cy="3607878"/>
          </a:xfrm>
          <a:custGeom>
            <a:avLst/>
            <a:gdLst/>
            <a:ahLst/>
            <a:cxnLst/>
            <a:rect r="r" b="b" t="t" l="l"/>
            <a:pathLst>
              <a:path h="3607878" w="3664398">
                <a:moveTo>
                  <a:pt x="0" y="0"/>
                </a:moveTo>
                <a:lnTo>
                  <a:pt x="3664398" y="0"/>
                </a:lnTo>
                <a:lnTo>
                  <a:pt x="3664398" y="3607878"/>
                </a:lnTo>
                <a:lnTo>
                  <a:pt x="0" y="3607878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DAHH-KeeH50</dc:identifier>
  <dcterms:modified xsi:type="dcterms:W3CDTF">2011-08-01T06:04:30Z</dcterms:modified>
  <cp:revision>1</cp:revision>
  <dc:title>Kỹ năng dạy học - Nhật Ký Hiệp Sĩ Xanh</dc:title>
</cp:coreProperties>
</file>